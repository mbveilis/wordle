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sldIdLst>
    <p:sldId id="256" r:id="rId2"/>
    <p:sldId id="257" r:id="rId3"/>
    <p:sldId id="258" r:id="rId4"/>
    <p:sldId id="259" r:id="rId5"/>
    <p:sldId id="260" r:id="rId6"/>
    <p:sldId id="261" r:id="rId7"/>
    <p:sldId id="262" r:id="rId8"/>
    <p:sldId id="264"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4" d="100"/>
          <a:sy n="104" d="100"/>
        </p:scale>
        <p:origin x="14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77005" y="1016955"/>
            <a:ext cx="9140954" cy="3346590"/>
          </a:xfrm>
          <a:prstGeom prst="rect">
            <a:avLst/>
          </a:prstGeom>
        </p:spPr>
        <p:txBody>
          <a:bodyPr vert="horz" lIns="91440" tIns="45720" rIns="91440" bIns="45720" rtlCol="0" anchor="t">
            <a:normAutofit/>
          </a:bodyPr>
          <a:lstStyle>
            <a:lvl1pPr>
              <a:defRPr lang="en-US" sz="7200" cap="all" baseline="0" dirty="0">
                <a:solidFill>
                  <a:schemeClr val="bg1"/>
                </a:solidFill>
                <a:latin typeface="+mj-lt"/>
              </a:defRPr>
            </a:lvl1pPr>
          </a:lstStyle>
          <a:p>
            <a:pPr lvl="0"/>
            <a:r>
              <a:rPr lang="da-DK"/>
              <a:t>Klik for at redigere titeltypografien i masteren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462963" y="4869030"/>
            <a:ext cx="7152030" cy="987254"/>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a:r>
              <a:rPr lang="da-DK"/>
              <a:t>Klik for at redigere undertiteltypografien i masteren</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82023" cy="365760"/>
          </a:xfrm>
          <a:prstGeom prst="rect">
            <a:avLst/>
          </a:prstGeom>
        </p:spPr>
        <p:txBody>
          <a:bodyPr/>
          <a:lstStyle>
            <a:lvl1pPr>
              <a:defRPr>
                <a:solidFill>
                  <a:schemeClr val="bg1"/>
                </a:solidFill>
              </a:defRPr>
            </a:lvl1pPr>
          </a:lstStyle>
          <a:p>
            <a:endParaRPr lang="da-DK"/>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77000"/>
            <a:ext cx="1885955" cy="381000"/>
          </a:xfrm>
          <a:prstGeom prst="rect">
            <a:avLst/>
          </a:prstGeom>
        </p:spPr>
        <p:txBody>
          <a:bodyPr/>
          <a:lstStyle>
            <a:lvl1pPr>
              <a:defRPr>
                <a:solidFill>
                  <a:schemeClr val="bg1"/>
                </a:solidFill>
              </a:defRPr>
            </a:lvl1pPr>
          </a:lstStyle>
          <a:p>
            <a:fld id="{3EA91A41-F51E-488E-A4AF-0E524720C035}" type="datetimeFigureOut">
              <a:rPr lang="da-DK" smtClean="0"/>
              <a:t>12-10-2026</a:t>
            </a:fld>
            <a:endParaRPr lang="da-DK"/>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1" cy="365761"/>
          </a:xfrm>
          <a:prstGeom prst="rect">
            <a:avLst/>
          </a:prstGeom>
        </p:spPr>
        <p:txBody>
          <a:bodyPr/>
          <a:lstStyle>
            <a:lvl1pPr>
              <a:defRPr>
                <a:solidFill>
                  <a:schemeClr val="bg1"/>
                </a:solidFill>
              </a:defRPr>
            </a:lvl1pPr>
          </a:lstStyle>
          <a:p>
            <a:fld id="{6BC26F3F-10B9-419D-838B-A2166CCB371B}" type="slidenum">
              <a:rPr lang="da-DK" smtClean="0"/>
              <a:t>‹nr.›</a:t>
            </a:fld>
            <a:endParaRPr lang="da-DK"/>
          </a:p>
        </p:txBody>
      </p:sp>
      <p:sp>
        <p:nvSpPr>
          <p:cNvPr id="7" name="Rectangle 6">
            <a:extLst>
              <a:ext uri="{FF2B5EF4-FFF2-40B4-BE49-F238E27FC236}">
                <a16:creationId xmlns:a16="http://schemas.microsoft.com/office/drawing/2014/main" id="{6631FF2A-9DA0-DC5C-0C53-91FDE15093DD}"/>
              </a:ext>
            </a:extLst>
          </p:cNvPr>
          <p:cNvSpPr/>
          <p:nvPr/>
        </p:nvSpPr>
        <p:spPr>
          <a:xfrm>
            <a:off x="9110040" y="6155911"/>
            <a:ext cx="308195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CA4208E-B529-0934-86E0-24278D43C68A}"/>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695988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Indholdsobjekt">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746759"/>
          </a:xfrm>
          <a:prstGeom prst="rect">
            <a:avLst/>
          </a:prstGeom>
        </p:spPr>
        <p:txBody>
          <a:bodyPr anchor="t">
            <a:normAutofit/>
          </a:bodyPr>
          <a:lstStyle>
            <a:lvl1pPr>
              <a:defRPr sz="3600" cap="all" baseline="0"/>
            </a:lvl1pPr>
          </a:lstStyle>
          <a:p>
            <a:r>
              <a:rPr lang="da-DK"/>
              <a:t>Klik for at redigere titeltypografien i masteren</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3398" y="1748474"/>
            <a:ext cx="11125202" cy="4728524"/>
          </a:xfrm>
          <a:prstGeom prst="rect">
            <a:avLst/>
          </a:prstGeo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7" name="Rectangle 6">
            <a:extLst>
              <a:ext uri="{FF2B5EF4-FFF2-40B4-BE49-F238E27FC236}">
                <a16:creationId xmlns:a16="http://schemas.microsoft.com/office/drawing/2014/main" id="{E5526932-58BC-3B05-A619-8FE2BA7973DD}"/>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oter Placeholder 8">
            <a:extLst>
              <a:ext uri="{FF2B5EF4-FFF2-40B4-BE49-F238E27FC236}">
                <a16:creationId xmlns:a16="http://schemas.microsoft.com/office/drawing/2014/main" id="{E4751EC6-9764-CDDF-E8BC-793AD483E0A9}"/>
              </a:ext>
            </a:extLst>
          </p:cNvPr>
          <p:cNvSpPr>
            <a:spLocks noGrp="1"/>
          </p:cNvSpPr>
          <p:nvPr>
            <p:ph type="ftr" sz="quarter" idx="11"/>
          </p:nvPr>
        </p:nvSpPr>
        <p:spPr/>
        <p:txBody>
          <a:bodyPr/>
          <a:lstStyle/>
          <a:p>
            <a:endParaRPr lang="da-DK"/>
          </a:p>
        </p:txBody>
      </p:sp>
      <p:sp>
        <p:nvSpPr>
          <p:cNvPr id="8" name="Date Placeholder 7">
            <a:extLst>
              <a:ext uri="{FF2B5EF4-FFF2-40B4-BE49-F238E27FC236}">
                <a16:creationId xmlns:a16="http://schemas.microsoft.com/office/drawing/2014/main" id="{DA395EC9-5212-9F09-E9FA-0AB62AFB6D99}"/>
              </a:ext>
            </a:extLst>
          </p:cNvPr>
          <p:cNvSpPr>
            <a:spLocks noGrp="1"/>
          </p:cNvSpPr>
          <p:nvPr>
            <p:ph type="dt" sz="half" idx="10"/>
          </p:nvPr>
        </p:nvSpPr>
        <p:spPr/>
        <p:txBody>
          <a:bodyPr/>
          <a:lstStyle/>
          <a:p>
            <a:fld id="{3EA91A41-F51E-488E-A4AF-0E524720C035}" type="datetimeFigureOut">
              <a:rPr lang="da-DK" smtClean="0"/>
              <a:t>12-10-2026</a:t>
            </a:fld>
            <a:endParaRPr lang="da-DK"/>
          </a:p>
        </p:txBody>
      </p:sp>
      <p:sp>
        <p:nvSpPr>
          <p:cNvPr id="10" name="Slide Number Placeholder 9">
            <a:extLst>
              <a:ext uri="{FF2B5EF4-FFF2-40B4-BE49-F238E27FC236}">
                <a16:creationId xmlns:a16="http://schemas.microsoft.com/office/drawing/2014/main" id="{286E48EB-E81D-8C6A-DBE6-738017E5A734}"/>
              </a:ext>
            </a:extLst>
          </p:cNvPr>
          <p:cNvSpPr>
            <a:spLocks noGrp="1"/>
          </p:cNvSpPr>
          <p:nvPr>
            <p:ph type="sldNum" sz="quarter" idx="12"/>
          </p:nvPr>
        </p:nvSpPr>
        <p:spPr/>
        <p:txBody>
          <a:bodyPr/>
          <a:lstStyle/>
          <a:p>
            <a:fld id="{6BC26F3F-10B9-419D-838B-A2166CCB371B}" type="slidenum">
              <a:rPr lang="da-DK" smtClean="0"/>
              <a:t>‹nr.›</a:t>
            </a:fld>
            <a:endParaRPr lang="da-DK"/>
          </a:p>
        </p:txBody>
      </p:sp>
    </p:spTree>
    <p:extLst>
      <p:ext uri="{BB962C8B-B14F-4D97-AF65-F5344CB8AC3E}">
        <p14:creationId xmlns:p14="http://schemas.microsoft.com/office/powerpoint/2010/main" val="2672322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4572000"/>
            <a:ext cx="11125201" cy="1112520"/>
          </a:xfrm>
          <a:prstGeom prst="rect">
            <a:avLst/>
          </a:prstGeom>
        </p:spPr>
        <p:txBody>
          <a:bodyPr vert="horz" lIns="91440" tIns="45720" rIns="91440" bIns="45720" rtlCol="0" anchor="b">
            <a:noAutofit/>
          </a:bodyPr>
          <a:lstStyle>
            <a:lvl1pPr>
              <a:defRPr lang="en-US" sz="7200" cap="all" baseline="0" dirty="0">
                <a:solidFill>
                  <a:schemeClr val="tx1"/>
                </a:solidFill>
              </a:defRPr>
            </a:lvl1pPr>
          </a:lstStyle>
          <a:p>
            <a:pPr lvl="0"/>
            <a:r>
              <a:rPr lang="da-DK"/>
              <a:t>Klik for at redigere titeltypografien i masteren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0" y="5715000"/>
            <a:ext cx="11125201" cy="533400"/>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da-DK"/>
              <a:t>Klik for at redigere undertiteltypografien i masteren</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3981764"/>
          </a:xfrm>
          <a:prstGeom prst="rect">
            <a:avLst/>
          </a:prstGeom>
          <a:blipFill dpi="0" rotWithShape="1">
            <a:blip r:embed="rId2">
              <a:alphaModFix amt="60000"/>
            </a:blip>
            <a:srcRect/>
            <a:stretch>
              <a:fillRect t="-419" b="-419"/>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533399" y="6477000"/>
            <a:ext cx="8576637" cy="381001"/>
          </a:xfrm>
          <a:prstGeom prst="rect">
            <a:avLst/>
          </a:prstGeom>
        </p:spPr>
        <p:txBody>
          <a:bodyPr/>
          <a:lstStyle>
            <a:lvl1pPr>
              <a:defRPr>
                <a:solidFill>
                  <a:schemeClr val="tx2"/>
                </a:solidFill>
              </a:defRPr>
            </a:lvl1pPr>
          </a:lstStyle>
          <a:p>
            <a:endParaRPr lang="da-DK"/>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9110036" y="6476999"/>
            <a:ext cx="1880548" cy="381001"/>
          </a:xfrm>
          <a:prstGeom prst="rect">
            <a:avLst/>
          </a:prstGeom>
        </p:spPr>
        <p:txBody>
          <a:bodyPr/>
          <a:lstStyle>
            <a:lvl1pPr>
              <a:defRPr>
                <a:solidFill>
                  <a:schemeClr val="tx2"/>
                </a:solidFill>
              </a:defRPr>
            </a:lvl1pPr>
          </a:lstStyle>
          <a:p>
            <a:fld id="{3EA91A41-F51E-488E-A4AF-0E524720C035}" type="datetimeFigureOut">
              <a:rPr lang="da-DK" smtClean="0"/>
              <a:t>12-10-2026</a:t>
            </a:fld>
            <a:endParaRPr lang="da-DK"/>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0995976" y="6477000"/>
            <a:ext cx="662624" cy="381001"/>
          </a:xfrm>
          <a:prstGeom prst="rect">
            <a:avLst/>
          </a:prstGeom>
        </p:spPr>
        <p:txBody>
          <a:bodyPr/>
          <a:lstStyle>
            <a:lvl1pPr>
              <a:defRPr>
                <a:solidFill>
                  <a:schemeClr val="tx2"/>
                </a:solidFill>
              </a:defRPr>
            </a:lvl1pPr>
          </a:lstStyle>
          <a:p>
            <a:fld id="{6BC26F3F-10B9-419D-838B-A2166CCB371B}" type="slidenum">
              <a:rPr lang="da-DK" smtClean="0"/>
              <a:t>‹nr.›</a:t>
            </a:fld>
            <a:endParaRPr lang="da-DK"/>
          </a:p>
        </p:txBody>
      </p:sp>
    </p:spTree>
    <p:extLst>
      <p:ext uri="{BB962C8B-B14F-4D97-AF65-F5344CB8AC3E}">
        <p14:creationId xmlns:p14="http://schemas.microsoft.com/office/powerpoint/2010/main" val="6803747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86071" y="1016955"/>
            <a:ext cx="3872530" cy="3726811"/>
          </a:xfrm>
          <a:prstGeom prst="rect">
            <a:avLst/>
          </a:prstGeom>
        </p:spPr>
        <p:txBody>
          <a:bodyPr vert="horz" lIns="91440" tIns="45720" rIns="91440" bIns="45720" rtlCol="0" anchor="t">
            <a:normAutofit/>
          </a:bodyPr>
          <a:lstStyle>
            <a:lvl1pPr>
              <a:defRPr lang="en-US" sz="5000" cap="all" baseline="0" dirty="0">
                <a:solidFill>
                  <a:schemeClr val="tx2"/>
                </a:solidFill>
              </a:defRPr>
            </a:lvl1pPr>
          </a:lstStyle>
          <a:p>
            <a:pPr lvl="0"/>
            <a:r>
              <a:rPr lang="da-DK"/>
              <a:t>Klik for at redigere titeltypografien i masteren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86071" y="5134926"/>
            <a:ext cx="3868420" cy="1113474"/>
          </a:xfrm>
          <a:prstGeom prst="rect">
            <a:avLst/>
          </a:prstGeom>
        </p:spPr>
        <p:txBody>
          <a:bodyPr vert="horz" lIns="91440" tIns="45720" rIns="91440" bIns="45720" rtlCol="0" anchor="b">
            <a:normAutofit/>
          </a:bodyPr>
          <a:lstStyle>
            <a:lvl1pPr marL="0" indent="0">
              <a:buNone/>
              <a:defRPr lang="en-US" sz="2000" b="1" i="0" dirty="0">
                <a:solidFill>
                  <a:schemeClr val="tx2"/>
                </a:solidFill>
                <a:latin typeface="Arial" panose="020B0604020202020204" pitchFamily="34" charset="0"/>
                <a:cs typeface="Arial" panose="020B0604020202020204" pitchFamily="34" charset="0"/>
              </a:defRPr>
            </a:lvl1pPr>
          </a:lstStyle>
          <a:p>
            <a:pPr lvl="0"/>
            <a:r>
              <a:rPr lang="da-DK"/>
              <a:t>Klik for at redigere undertiteltypografien i masteren</a:t>
            </a:r>
            <a:endParaRPr lang="en-US" dirty="0"/>
          </a:p>
        </p:txBody>
      </p:sp>
      <p:sp>
        <p:nvSpPr>
          <p:cNvPr id="10" name="Picture Placeholder 9">
            <a:extLst>
              <a:ext uri="{FF2B5EF4-FFF2-40B4-BE49-F238E27FC236}">
                <a16:creationId xmlns:a16="http://schemas.microsoft.com/office/drawing/2014/main" id="{77BE7EAD-CCCA-EA7C-0263-265AA3E43C5E}"/>
              </a:ext>
            </a:extLst>
          </p:cNvPr>
          <p:cNvSpPr>
            <a:spLocks noGrp="1"/>
          </p:cNvSpPr>
          <p:nvPr>
            <p:ph type="pic" sz="quarter" idx="14" hasCustomPrompt="1"/>
          </p:nvPr>
        </p:nvSpPr>
        <p:spPr>
          <a:xfrm>
            <a:off x="0" y="0"/>
            <a:ext cx="7224095" cy="6858000"/>
          </a:xfrm>
          <a:custGeom>
            <a:avLst/>
            <a:gdLst>
              <a:gd name="connsiteX0" fmla="*/ 0 w 7224095"/>
              <a:gd name="connsiteY0" fmla="*/ 629614 h 6858000"/>
              <a:gd name="connsiteX1" fmla="*/ 7224095 w 7224095"/>
              <a:gd name="connsiteY1" fmla="*/ 629614 h 6858000"/>
              <a:gd name="connsiteX2" fmla="*/ 7224095 w 7224095"/>
              <a:gd name="connsiteY2" fmla="*/ 6858000 h 6858000"/>
              <a:gd name="connsiteX3" fmla="*/ 0 w 7224095"/>
              <a:gd name="connsiteY3" fmla="*/ 6858000 h 6858000"/>
              <a:gd name="connsiteX4" fmla="*/ 0 w 7224095"/>
              <a:gd name="connsiteY4" fmla="*/ 0 h 6858000"/>
              <a:gd name="connsiteX5" fmla="*/ 7224095 w 7224095"/>
              <a:gd name="connsiteY5" fmla="*/ 0 h 6858000"/>
              <a:gd name="connsiteX6" fmla="*/ 7224095 w 7224095"/>
              <a:gd name="connsiteY6" fmla="*/ 565606 h 6858000"/>
              <a:gd name="connsiteX7" fmla="*/ 0 w 7224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24095" h="6858000">
                <a:moveTo>
                  <a:pt x="0" y="629614"/>
                </a:moveTo>
                <a:lnTo>
                  <a:pt x="7224095" y="629614"/>
                </a:lnTo>
                <a:lnTo>
                  <a:pt x="7224095" y="6858000"/>
                </a:lnTo>
                <a:lnTo>
                  <a:pt x="0" y="6858000"/>
                </a:lnTo>
                <a:close/>
                <a:moveTo>
                  <a:pt x="0" y="0"/>
                </a:moveTo>
                <a:lnTo>
                  <a:pt x="7224095" y="0"/>
                </a:lnTo>
                <a:lnTo>
                  <a:pt x="7224095" y="565606"/>
                </a:lnTo>
                <a:lnTo>
                  <a:pt x="0" y="565606"/>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167937" y="6476999"/>
            <a:ext cx="1895847" cy="381001"/>
          </a:xfrm>
          <a:prstGeom prst="rect">
            <a:avLst/>
          </a:prstGeom>
        </p:spPr>
        <p:txBody>
          <a:bodyPr/>
          <a:lstStyle>
            <a:lvl1pPr>
              <a:defRPr>
                <a:solidFill>
                  <a:schemeClr val="tx2"/>
                </a:solidFill>
              </a:defRPr>
            </a:lvl1pPr>
          </a:lstStyle>
          <a:p>
            <a:endParaRPr lang="da-DK"/>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2" y="6476999"/>
            <a:ext cx="937594" cy="381001"/>
          </a:xfrm>
          <a:prstGeom prst="rect">
            <a:avLst/>
          </a:prstGeom>
        </p:spPr>
        <p:txBody>
          <a:bodyPr/>
          <a:lstStyle>
            <a:lvl1pPr>
              <a:defRPr>
                <a:solidFill>
                  <a:schemeClr val="tx2"/>
                </a:solidFill>
                <a:effectLst/>
              </a:defRPr>
            </a:lvl1pPr>
          </a:lstStyle>
          <a:p>
            <a:fld id="{3EA91A41-F51E-488E-A4AF-0E524720C035}" type="datetimeFigureOut">
              <a:rPr lang="da-DK" smtClean="0"/>
              <a:t>12-10-2026</a:t>
            </a:fld>
            <a:endParaRPr lang="da-DK"/>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77000"/>
            <a:ext cx="657221" cy="381001"/>
          </a:xfrm>
          <a:prstGeom prst="rect">
            <a:avLst/>
          </a:prstGeom>
        </p:spPr>
        <p:txBody>
          <a:bodyPr/>
          <a:lstStyle>
            <a:lvl1pPr>
              <a:defRPr>
                <a:solidFill>
                  <a:schemeClr val="tx2"/>
                </a:solidFill>
              </a:defRPr>
            </a:lvl1pPr>
          </a:lstStyle>
          <a:p>
            <a:fld id="{6BC26F3F-10B9-419D-838B-A2166CCB371B}" type="slidenum">
              <a:rPr lang="da-DK" smtClean="0"/>
              <a:t>‹nr.›</a:t>
            </a:fld>
            <a:endParaRPr lang="da-DK"/>
          </a:p>
        </p:txBody>
      </p:sp>
      <p:sp>
        <p:nvSpPr>
          <p:cNvPr id="9" name="Rectangle 8">
            <a:extLst>
              <a:ext uri="{FF2B5EF4-FFF2-40B4-BE49-F238E27FC236}">
                <a16:creationId xmlns:a16="http://schemas.microsoft.com/office/drawing/2014/main" id="{F879DE85-4541-95AA-B871-7CBAD2BA1550}"/>
              </a:ext>
            </a:extLst>
          </p:cNvPr>
          <p:cNvSpPr/>
          <p:nvPr/>
        </p:nvSpPr>
        <p:spPr>
          <a:xfrm>
            <a:off x="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787620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fsnitsoverskrif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1143000"/>
            <a:ext cx="8576636" cy="5271008"/>
          </a:xfrm>
          <a:prstGeom prst="rect">
            <a:avLst/>
          </a:prstGeom>
        </p:spPr>
        <p:txBody>
          <a:bodyPr vert="horz" lIns="91440" tIns="45720" rIns="91440" bIns="45720" rtlCol="0" anchor="b">
            <a:normAutofit/>
          </a:bodyPr>
          <a:lstStyle>
            <a:lvl1pPr>
              <a:defRPr lang="en-US" sz="7200" cap="all" baseline="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76636" cy="365760"/>
          </a:xfrm>
          <a:prstGeom prst="rect">
            <a:avLst/>
          </a:prstGeom>
        </p:spPr>
        <p:txBody>
          <a:bodyPr/>
          <a:lstStyle>
            <a:lvl1pPr>
              <a:defRPr>
                <a:solidFill>
                  <a:schemeClr val="bg2"/>
                </a:solidFill>
              </a:defRPr>
            </a:lvl1pPr>
          </a:lstStyle>
          <a:p>
            <a:endParaRPr lang="da-DK"/>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92240"/>
            <a:ext cx="1891337" cy="365760"/>
          </a:xfrm>
          <a:prstGeom prst="rect">
            <a:avLst/>
          </a:prstGeom>
        </p:spPr>
        <p:txBody>
          <a:bodyPr/>
          <a:lstStyle>
            <a:lvl1pPr>
              <a:defRPr>
                <a:solidFill>
                  <a:schemeClr val="bg2"/>
                </a:solidFill>
              </a:defRPr>
            </a:lvl1pPr>
          </a:lstStyle>
          <a:p>
            <a:fld id="{3EA91A41-F51E-488E-A4AF-0E524720C035}" type="datetimeFigureOut">
              <a:rPr lang="da-DK" smtClean="0"/>
              <a:t>12-10-2026</a:t>
            </a:fld>
            <a:endParaRPr lang="da-DK"/>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2" cy="365760"/>
          </a:xfrm>
          <a:prstGeom prst="rect">
            <a:avLst/>
          </a:prstGeom>
        </p:spPr>
        <p:txBody>
          <a:bodyPr/>
          <a:lstStyle>
            <a:lvl1pPr>
              <a:defRPr>
                <a:solidFill>
                  <a:schemeClr val="bg2"/>
                </a:solidFill>
              </a:defRPr>
            </a:lvl1pPr>
          </a:lstStyle>
          <a:p>
            <a:fld id="{6BC26F3F-10B9-419D-838B-A2166CCB371B}" type="slidenum">
              <a:rPr lang="da-DK" smtClean="0"/>
              <a:t>‹nr.›</a:t>
            </a:fld>
            <a:endParaRPr lang="da-DK"/>
          </a:p>
        </p:txBody>
      </p:sp>
      <p:sp>
        <p:nvSpPr>
          <p:cNvPr id="32" name="Rectangle 31">
            <a:extLst>
              <a:ext uri="{FF2B5EF4-FFF2-40B4-BE49-F238E27FC236}">
                <a16:creationId xmlns:a16="http://schemas.microsoft.com/office/drawing/2014/main" id="{15F1B314-6B95-45EC-8168-CEA297F1BD40}"/>
              </a:ext>
            </a:extLst>
          </p:cNvPr>
          <p:cNvSpPr/>
          <p:nvPr/>
        </p:nvSpPr>
        <p:spPr>
          <a:xfrm>
            <a:off x="634029" y="570037"/>
            <a:ext cx="8476007" cy="6154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4E8A7FA-CBEB-E74B-AC79-5D830DAFC993}"/>
              </a:ext>
            </a:extLst>
          </p:cNvPr>
          <p:cNvSpPr/>
          <p:nvPr/>
        </p:nvSpPr>
        <p:spPr>
          <a:xfrm>
            <a:off x="9110036" y="570037"/>
            <a:ext cx="3081964" cy="6154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12270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BAE97C67-C2EB-5515-0FDC-A535220C9DF0}"/>
              </a:ext>
            </a:extLst>
          </p:cNvPr>
          <p:cNvSpPr/>
          <p:nvPr/>
        </p:nvSpPr>
        <p:spPr>
          <a:xfrm>
            <a:off x="9110035" y="0"/>
            <a:ext cx="308196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533399" y="1016955"/>
            <a:ext cx="8195646" cy="1127758"/>
          </a:xfrm>
          <a:prstGeom prst="rect">
            <a:avLst/>
          </a:prstGeom>
        </p:spPr>
        <p:txBody>
          <a:bodyPr anchor="t">
            <a:normAutofit/>
          </a:bodyPr>
          <a:lstStyle>
            <a:lvl1pPr>
              <a:defRPr sz="7200" cap="all" baseline="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3399" y="2510472"/>
            <a:ext cx="8190496" cy="3966527"/>
          </a:xfrm>
          <a:prstGeom prst="rect">
            <a:avLst/>
          </a:prstGeom>
        </p:spPr>
        <p:txBody>
          <a:bodyPr>
            <a:normAutofit/>
          </a:bodyPr>
          <a:lstStyle>
            <a:lvl1pPr marL="457200" indent="-457200">
              <a:lnSpc>
                <a:spcPct val="150000"/>
              </a:lnSpc>
              <a:spcBef>
                <a:spcPts val="0"/>
              </a:spcBef>
              <a:buFont typeface="+mj-lt"/>
              <a:buAutoNum type="arabicPeriod"/>
              <a:defRPr sz="2000"/>
            </a:lvl1pPr>
            <a:lvl2pPr marL="685800" indent="-4572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marL="1257300" indent="-342900">
              <a:lnSpc>
                <a:spcPct val="150000"/>
              </a:lnSpc>
              <a:spcBef>
                <a:spcPts val="0"/>
              </a:spcBef>
              <a:buFont typeface="+mj-lt"/>
              <a:buAutoNum type="arabicPeriod"/>
              <a:defRPr sz="2000"/>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3399" y="6492241"/>
            <a:ext cx="5758481" cy="365760"/>
          </a:xfrm>
          <a:prstGeom prst="rect">
            <a:avLst/>
          </a:prstGeom>
        </p:spPr>
        <p:txBody>
          <a:bodyPr/>
          <a:lstStyle>
            <a:lvl1pPr>
              <a:defRPr>
                <a:solidFill>
                  <a:schemeClr val="tx2"/>
                </a:solidFill>
              </a:defRPr>
            </a:lvl1pPr>
          </a:lstStyle>
          <a:p>
            <a:endParaRPr lang="da-DK"/>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291885" y="6492240"/>
            <a:ext cx="1763999" cy="365760"/>
          </a:xfrm>
          <a:prstGeom prst="rect">
            <a:avLst/>
          </a:prstGeom>
        </p:spPr>
        <p:txBody>
          <a:bodyPr/>
          <a:lstStyle>
            <a:lvl1pPr>
              <a:defRPr>
                <a:solidFill>
                  <a:schemeClr val="tx2"/>
                </a:solidFill>
              </a:defRPr>
            </a:lvl1pPr>
          </a:lstStyle>
          <a:p>
            <a:fld id="{3EA91A41-F51E-488E-A4AF-0E524720C035}" type="datetimeFigureOut">
              <a:rPr lang="da-DK" smtClean="0"/>
              <a:t>12-10-2026</a:t>
            </a:fld>
            <a:endParaRPr lang="da-DK"/>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061271" y="6492241"/>
            <a:ext cx="662624" cy="365760"/>
          </a:xfrm>
          <a:prstGeom prst="rect">
            <a:avLst/>
          </a:prstGeom>
        </p:spPr>
        <p:txBody>
          <a:bodyPr/>
          <a:lstStyle>
            <a:lvl1pPr>
              <a:defRPr>
                <a:solidFill>
                  <a:schemeClr val="tx2"/>
                </a:solidFill>
              </a:defRPr>
            </a:lvl1pPr>
          </a:lstStyle>
          <a:p>
            <a:fld id="{6BC26F3F-10B9-419D-838B-A2166CCB371B}" type="slidenum">
              <a:rPr lang="da-DK" smtClean="0"/>
              <a:t>‹nr.›</a:t>
            </a:fld>
            <a:endParaRPr lang="da-DK"/>
          </a:p>
        </p:txBody>
      </p:sp>
      <p:sp>
        <p:nvSpPr>
          <p:cNvPr id="34" name="Rectangle 33">
            <a:extLst>
              <a:ext uri="{FF2B5EF4-FFF2-40B4-BE49-F238E27FC236}">
                <a16:creationId xmlns:a16="http://schemas.microsoft.com/office/drawing/2014/main" id="{E58CA726-6257-4F3F-9296-A3CF5DCA19DB}"/>
              </a:ext>
            </a:extLst>
          </p:cNvPr>
          <p:cNvSpPr/>
          <p:nvPr/>
        </p:nvSpPr>
        <p:spPr>
          <a:xfrm>
            <a:off x="634029" y="2144714"/>
            <a:ext cx="8476007"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317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C713386-53DE-AEBA-6318-6C7146DE2270}"/>
              </a:ext>
            </a:extLst>
          </p:cNvPr>
          <p:cNvSpPr>
            <a:spLocks noGrp="1"/>
          </p:cNvSpPr>
          <p:nvPr>
            <p:ph type="title" hasCustomPrompt="1"/>
          </p:nvPr>
        </p:nvSpPr>
        <p:spPr>
          <a:xfrm>
            <a:off x="5343517" y="1386842"/>
            <a:ext cx="6315083" cy="1127758"/>
          </a:xfrm>
        </p:spPr>
        <p:txBody>
          <a:bodyPr>
            <a:normAutofit/>
          </a:bodyPr>
          <a:lstStyle>
            <a:lvl1pPr>
              <a:defRPr sz="7200" cap="all" baseline="0"/>
            </a:lvl1pPr>
          </a:lstStyle>
          <a:p>
            <a:r>
              <a:rPr lang="en-US" dirty="0"/>
              <a:t>AGENDA</a:t>
            </a:r>
          </a:p>
        </p:txBody>
      </p:sp>
      <p:sp>
        <p:nvSpPr>
          <p:cNvPr id="39" name="Picture Placeholder 38">
            <a:extLst>
              <a:ext uri="{FF2B5EF4-FFF2-40B4-BE49-F238E27FC236}">
                <a16:creationId xmlns:a16="http://schemas.microsoft.com/office/drawing/2014/main" id="{0440984A-B82C-18F1-2933-6DF295884CE0}"/>
              </a:ext>
            </a:extLst>
          </p:cNvPr>
          <p:cNvSpPr>
            <a:spLocks noGrp="1"/>
          </p:cNvSpPr>
          <p:nvPr>
            <p:ph type="pic" sz="quarter" idx="14" hasCustomPrompt="1"/>
          </p:nvPr>
        </p:nvSpPr>
        <p:spPr>
          <a:xfrm>
            <a:off x="0" y="0"/>
            <a:ext cx="4400554" cy="6858000"/>
          </a:xfrm>
          <a:blipFill>
            <a:blip r:embed="rId2">
              <a:alphaModFix amt="60000"/>
            </a:blip>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43518" y="2886089"/>
            <a:ext cx="6315082" cy="3336911"/>
          </a:xfrm>
          <a:prstGeom prst="rect">
            <a:avLst/>
          </a:prstGeom>
        </p:spPr>
        <p:txBody>
          <a:bodyPr>
            <a:normAutofit/>
          </a:bodyPr>
          <a:lstStyle>
            <a:lvl1pPr marL="457200" indent="-457200">
              <a:lnSpc>
                <a:spcPct val="150000"/>
              </a:lnSpc>
              <a:spcBef>
                <a:spcPts val="0"/>
              </a:spcBef>
              <a:buFont typeface="+mj-lt"/>
              <a:buAutoNum type="arabicPeriod"/>
              <a:defRPr sz="2000"/>
            </a:lvl1pPr>
            <a:lvl2pPr marL="571500" indent="-3429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a:lnSpc>
                <a:spcPct val="150000"/>
              </a:lnSpc>
              <a:spcBef>
                <a:spcPts val="0"/>
              </a:spcBef>
              <a:buFont typeface="+mj-lt"/>
              <a:buAutoNum type="arabicPeriod"/>
              <a:defRPr sz="2000"/>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43518" y="6477000"/>
            <a:ext cx="3771905" cy="381001"/>
          </a:xfrm>
          <a:prstGeom prst="rect">
            <a:avLst/>
          </a:prstGeom>
        </p:spPr>
        <p:txBody>
          <a:bodyPr/>
          <a:lstStyle/>
          <a:p>
            <a:endParaRPr lang="da-DK"/>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120821" y="6477000"/>
            <a:ext cx="1875160" cy="381001"/>
          </a:xfrm>
          <a:prstGeom prst="rect">
            <a:avLst/>
          </a:prstGeom>
        </p:spPr>
        <p:txBody>
          <a:bodyPr/>
          <a:lstStyle/>
          <a:p>
            <a:fld id="{3EA91A41-F51E-488E-A4AF-0E524720C035}" type="datetimeFigureOut">
              <a:rPr lang="da-DK" smtClean="0"/>
              <a:t>12-10-2026</a:t>
            </a:fld>
            <a:endParaRPr lang="da-DK"/>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5986" y="6477000"/>
            <a:ext cx="662614" cy="381001"/>
          </a:xfrm>
          <a:prstGeom prst="rect">
            <a:avLst/>
          </a:prstGeom>
        </p:spPr>
        <p:txBody>
          <a:bodyPr/>
          <a:lstStyle/>
          <a:p>
            <a:fld id="{6BC26F3F-10B9-419D-838B-A2166CCB371B}" type="slidenum">
              <a:rPr lang="da-DK" smtClean="0"/>
              <a:t>‹nr.›</a:t>
            </a:fld>
            <a:endParaRPr lang="da-DK"/>
          </a:p>
        </p:txBody>
      </p:sp>
      <p:sp>
        <p:nvSpPr>
          <p:cNvPr id="34" name="Rectangle 33">
            <a:extLst>
              <a:ext uri="{FF2B5EF4-FFF2-40B4-BE49-F238E27FC236}">
                <a16:creationId xmlns:a16="http://schemas.microsoft.com/office/drawing/2014/main" id="{98E5CA23-2176-4B29-AB27-EDD9AC417271}"/>
              </a:ext>
            </a:extLst>
          </p:cNvPr>
          <p:cNvSpPr/>
          <p:nvPr/>
        </p:nvSpPr>
        <p:spPr>
          <a:xfrm>
            <a:off x="4400554" y="2496190"/>
            <a:ext cx="7791446"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0906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9" y="1016955"/>
            <a:ext cx="3491539" cy="4083580"/>
          </a:xfrm>
          <a:prstGeom prst="rect">
            <a:avLst/>
          </a:prstGeom>
        </p:spPr>
        <p:txBody>
          <a:bodyPr anchor="t">
            <a:normAutofit/>
          </a:bodyPr>
          <a:lstStyle>
            <a:lvl1pPr>
              <a:defRPr sz="3600" cap="all" baseline="0"/>
            </a:lvl1pPr>
          </a:lstStyle>
          <a:p>
            <a:r>
              <a:rPr lang="da-DK"/>
              <a:t>Klik for at redigere titeltypografien i masteren</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62526" y="1016955"/>
            <a:ext cx="6696073" cy="4083579"/>
          </a:xfrm>
          <a:prstGeom prst="rect">
            <a:avLst/>
          </a:prstGeo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endParaRPr lang="da-DK"/>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3EA91A41-F51E-488E-A4AF-0E524720C035}" type="datetimeFigureOut">
              <a:rPr lang="da-DK" smtClean="0"/>
              <a:t>12-10-2026</a:t>
            </a:fld>
            <a:endParaRPr lang="da-DK"/>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6BC26F3F-10B9-419D-838B-A2166CCB371B}" type="slidenum">
              <a:rPr lang="da-DK" smtClean="0"/>
              <a:t>‹nr.›</a:t>
            </a:fld>
            <a:endParaRPr lang="da-DK"/>
          </a:p>
        </p:txBody>
      </p:sp>
      <p:sp>
        <p:nvSpPr>
          <p:cNvPr id="34" name="Rectangle 33">
            <a:extLst>
              <a:ext uri="{FF2B5EF4-FFF2-40B4-BE49-F238E27FC236}">
                <a16:creationId xmlns:a16="http://schemas.microsoft.com/office/drawing/2014/main" id="{9AE531BB-71E1-57EF-0879-5979B0C95458}"/>
              </a:ext>
            </a:extLst>
          </p:cNvPr>
          <p:cNvSpPr/>
          <p:nvPr/>
        </p:nvSpPr>
        <p:spPr>
          <a:xfrm>
            <a:off x="4024938" y="570037"/>
            <a:ext cx="8167062" cy="59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31FD272-0797-A5C1-BAB9-E68F518B8158}"/>
              </a:ext>
            </a:extLst>
          </p:cNvPr>
          <p:cNvSpPr/>
          <p:nvPr/>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0611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3486153" cy="2721451"/>
          </a:xfrm>
          <a:prstGeom prst="rect">
            <a:avLst/>
          </a:prstGeom>
        </p:spPr>
        <p:txBody>
          <a:bodyPr anchor="t">
            <a:normAutofit/>
          </a:bodyPr>
          <a:lstStyle>
            <a:lvl1pPr>
              <a:defRPr sz="3600" cap="all" baseline="0">
                <a:latin typeface="+mj-lt"/>
              </a:defRPr>
            </a:lvl1pPr>
          </a:lstStyle>
          <a:p>
            <a:r>
              <a:rPr lang="da-DK"/>
              <a:t>Klik for at redigere titeltypografien i masteren</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962526" y="1016955"/>
            <a:ext cx="6696074" cy="5490524"/>
          </a:xfrm>
          <a:prstGeom prst="rect">
            <a:avLst/>
          </a:prstGeo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endParaRPr lang="da-DK"/>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3EA91A41-F51E-488E-A4AF-0E524720C035}" type="datetimeFigureOut">
              <a:rPr lang="da-DK" smtClean="0"/>
              <a:t>12-10-2026</a:t>
            </a:fld>
            <a:endParaRPr lang="da-DK"/>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6BC26F3F-10B9-419D-838B-A2166CCB371B}" type="slidenum">
              <a:rPr lang="da-DK" smtClean="0"/>
              <a:t>‹nr.›</a:t>
            </a:fld>
            <a:endParaRPr lang="da-DK"/>
          </a:p>
        </p:txBody>
      </p:sp>
      <p:sp>
        <p:nvSpPr>
          <p:cNvPr id="7" name="Rectangle 6">
            <a:extLst>
              <a:ext uri="{FF2B5EF4-FFF2-40B4-BE49-F238E27FC236}">
                <a16:creationId xmlns:a16="http://schemas.microsoft.com/office/drawing/2014/main" id="{CB922775-D819-CE59-81DF-9A22F9309472}"/>
              </a:ext>
            </a:extLst>
          </p:cNvPr>
          <p:cNvSpPr/>
          <p:nvPr/>
        </p:nvSpPr>
        <p:spPr>
          <a:xfrm>
            <a:off x="4017310" y="565607"/>
            <a:ext cx="817469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1D59CA-78A2-7B8F-A9C7-E86B47BEAE5E}"/>
              </a:ext>
            </a:extLst>
          </p:cNvPr>
          <p:cNvSpPr/>
          <p:nvPr/>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213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62523" y="1016956"/>
            <a:ext cx="6696076" cy="731520"/>
          </a:xfrm>
          <a:prstGeom prst="rect">
            <a:avLst/>
          </a:prstGeom>
        </p:spPr>
        <p:txBody>
          <a:bodyPr anchor="t"/>
          <a:lstStyle>
            <a:lvl1pPr>
              <a:defRPr cap="all" baseline="0"/>
            </a:lvl1pPr>
          </a:lstStyle>
          <a:p>
            <a:r>
              <a:rPr lang="da-DK"/>
              <a:t>Klik for at redigere titeltypografien i masteren</a:t>
            </a:r>
            <a:endParaRPr lang="en-US" dirty="0"/>
          </a:p>
        </p:txBody>
      </p:sp>
      <p:sp>
        <p:nvSpPr>
          <p:cNvPr id="38" name="Picture Placeholder 37">
            <a:extLst>
              <a:ext uri="{FF2B5EF4-FFF2-40B4-BE49-F238E27FC236}">
                <a16:creationId xmlns:a16="http://schemas.microsoft.com/office/drawing/2014/main" id="{99EF452C-FB1E-E93B-DCC5-1D98DE017953}"/>
              </a:ext>
            </a:extLst>
          </p:cNvPr>
          <p:cNvSpPr>
            <a:spLocks noGrp="1"/>
          </p:cNvSpPr>
          <p:nvPr>
            <p:ph type="pic" sz="quarter" idx="13" hasCustomPrompt="1"/>
          </p:nvPr>
        </p:nvSpPr>
        <p:spPr>
          <a:xfrm>
            <a:off x="0" y="0"/>
            <a:ext cx="4400554" cy="6858000"/>
          </a:xfrm>
          <a:custGeom>
            <a:avLst/>
            <a:gdLst>
              <a:gd name="connsiteX0" fmla="*/ 0 w 4400554"/>
              <a:gd name="connsiteY0" fmla="*/ 634999 h 6858000"/>
              <a:gd name="connsiteX1" fmla="*/ 4400554 w 4400554"/>
              <a:gd name="connsiteY1" fmla="*/ 634999 h 6858000"/>
              <a:gd name="connsiteX2" fmla="*/ 4400554 w 4400554"/>
              <a:gd name="connsiteY2" fmla="*/ 6858000 h 6858000"/>
              <a:gd name="connsiteX3" fmla="*/ 0 w 4400554"/>
              <a:gd name="connsiteY3" fmla="*/ 6858000 h 6858000"/>
              <a:gd name="connsiteX4" fmla="*/ 0 w 4400554"/>
              <a:gd name="connsiteY4" fmla="*/ 0 h 6858000"/>
              <a:gd name="connsiteX5" fmla="*/ 4400554 w 4400554"/>
              <a:gd name="connsiteY5" fmla="*/ 0 h 6858000"/>
              <a:gd name="connsiteX6" fmla="*/ 4400554 w 4400554"/>
              <a:gd name="connsiteY6" fmla="*/ 570991 h 6858000"/>
              <a:gd name="connsiteX7" fmla="*/ 0 w 4400554"/>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0554" h="6858000">
                <a:moveTo>
                  <a:pt x="0" y="634999"/>
                </a:moveTo>
                <a:lnTo>
                  <a:pt x="4400554" y="634999"/>
                </a:lnTo>
                <a:lnTo>
                  <a:pt x="4400554" y="6858000"/>
                </a:lnTo>
                <a:lnTo>
                  <a:pt x="0" y="6858000"/>
                </a:lnTo>
                <a:close/>
                <a:moveTo>
                  <a:pt x="0" y="0"/>
                </a:moveTo>
                <a:lnTo>
                  <a:pt x="4400554" y="0"/>
                </a:lnTo>
                <a:lnTo>
                  <a:pt x="4400554"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62523" y="2145668"/>
            <a:ext cx="6689892" cy="4118399"/>
          </a:xfrm>
          <a:prstGeom prst="rect">
            <a:avLst/>
          </a:prstGeo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964103" y="6477000"/>
            <a:ext cx="4707905" cy="381000"/>
          </a:xfrm>
          <a:prstGeom prst="rect">
            <a:avLst/>
          </a:prstGeom>
        </p:spPr>
        <p:txBody>
          <a:bodyPr/>
          <a:lstStyle>
            <a:lvl1pPr>
              <a:defRPr>
                <a:solidFill>
                  <a:schemeClr val="tx2"/>
                </a:solidFill>
              </a:defRPr>
            </a:lvl1pPr>
          </a:lstStyle>
          <a:p>
            <a:endParaRPr lang="da-DK"/>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672013" y="6477000"/>
            <a:ext cx="1329365" cy="381000"/>
          </a:xfrm>
          <a:prstGeom prst="rect">
            <a:avLst/>
          </a:prstGeom>
        </p:spPr>
        <p:txBody>
          <a:bodyPr/>
          <a:lstStyle>
            <a:lvl1pPr>
              <a:defRPr>
                <a:solidFill>
                  <a:schemeClr val="tx2"/>
                </a:solidFill>
              </a:defRPr>
            </a:lvl1pPr>
          </a:lstStyle>
          <a:p>
            <a:fld id="{3EA91A41-F51E-488E-A4AF-0E524720C035}" type="datetimeFigureOut">
              <a:rPr lang="da-DK" smtClean="0"/>
              <a:t>12-10-2026</a:t>
            </a:fld>
            <a:endParaRPr lang="da-DK"/>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01379" y="6477000"/>
            <a:ext cx="657221" cy="381000"/>
          </a:xfrm>
          <a:prstGeom prst="rect">
            <a:avLst/>
          </a:prstGeom>
        </p:spPr>
        <p:txBody>
          <a:bodyPr/>
          <a:lstStyle>
            <a:lvl1pPr>
              <a:defRPr>
                <a:solidFill>
                  <a:schemeClr val="tx2"/>
                </a:solidFill>
              </a:defRPr>
            </a:lvl1pPr>
          </a:lstStyle>
          <a:p>
            <a:fld id="{6BC26F3F-10B9-419D-838B-A2166CCB371B}" type="slidenum">
              <a:rPr lang="da-DK" smtClean="0"/>
              <a:t>‹nr.›</a:t>
            </a:fld>
            <a:endParaRPr lang="da-DK"/>
          </a:p>
        </p:txBody>
      </p:sp>
      <p:sp>
        <p:nvSpPr>
          <p:cNvPr id="3" name="Freeform 2">
            <a:extLst>
              <a:ext uri="{FF2B5EF4-FFF2-40B4-BE49-F238E27FC236}">
                <a16:creationId xmlns:a16="http://schemas.microsoft.com/office/drawing/2014/main" id="{EC16BEA9-7D3A-E34B-4442-F0BFB853F3F8}"/>
              </a:ext>
            </a:extLst>
          </p:cNvPr>
          <p:cNvSpPr/>
          <p:nvPr/>
        </p:nvSpPr>
        <p:spPr>
          <a:xfrm>
            <a:off x="4408228" y="570993"/>
            <a:ext cx="7142064"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Rectangle 4">
            <a:extLst>
              <a:ext uri="{FF2B5EF4-FFF2-40B4-BE49-F238E27FC236}">
                <a16:creationId xmlns:a16="http://schemas.microsoft.com/office/drawing/2014/main" id="{A3462211-E1BA-E90A-00F8-E717C7293E42}"/>
              </a:ext>
            </a:extLst>
          </p:cNvPr>
          <p:cNvSpPr/>
          <p:nvPr/>
        </p:nvSpPr>
        <p:spPr>
          <a:xfrm>
            <a:off x="-2282" y="570991"/>
            <a:ext cx="441051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7224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3" y="1016955"/>
            <a:ext cx="7026437" cy="731520"/>
          </a:xfrm>
          <a:prstGeom prst="rect">
            <a:avLst/>
          </a:prstGeom>
        </p:spPr>
        <p:txBody>
          <a:bodyPr anchor="t"/>
          <a:lstStyle>
            <a:lvl1pPr>
              <a:defRPr cap="all" baseline="0"/>
            </a:lvl1pPr>
          </a:lstStyle>
          <a:p>
            <a:r>
              <a:rPr lang="da-DK"/>
              <a:t>Klik for at redigere titeltypografien i masteren</a:t>
            </a:r>
            <a:endParaRPr lang="en-US" dirty="0"/>
          </a:p>
        </p:txBody>
      </p:sp>
      <p:sp>
        <p:nvSpPr>
          <p:cNvPr id="38" name="Picture Placeholder 37">
            <a:extLst>
              <a:ext uri="{FF2B5EF4-FFF2-40B4-BE49-F238E27FC236}">
                <a16:creationId xmlns:a16="http://schemas.microsoft.com/office/drawing/2014/main" id="{87476243-EB8F-9EFF-F789-0088ABBB0FBF}"/>
              </a:ext>
            </a:extLst>
          </p:cNvPr>
          <p:cNvSpPr>
            <a:spLocks noGrp="1"/>
          </p:cNvSpPr>
          <p:nvPr>
            <p:ph type="pic" sz="quarter" idx="13" hasCustomPrompt="1"/>
          </p:nvPr>
        </p:nvSpPr>
        <p:spPr>
          <a:xfrm>
            <a:off x="0"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2145668"/>
            <a:ext cx="7026432" cy="4077331"/>
          </a:xfrm>
          <a:prstGeom prst="rect">
            <a:avLst/>
          </a:prstGeo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7" y="6477000"/>
            <a:ext cx="5426231" cy="381000"/>
          </a:xfrm>
          <a:prstGeom prst="rect">
            <a:avLst/>
          </a:prstGeom>
        </p:spPr>
        <p:txBody>
          <a:bodyPr/>
          <a:lstStyle>
            <a:lvl1pPr>
              <a:defRPr>
                <a:solidFill>
                  <a:schemeClr val="tx2"/>
                </a:solidFill>
              </a:defRPr>
            </a:lvl1pPr>
          </a:lstStyle>
          <a:p>
            <a:endParaRPr lang="da-DK"/>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10058404" y="6477000"/>
            <a:ext cx="942970" cy="381000"/>
          </a:xfrm>
          <a:prstGeom prst="rect">
            <a:avLst/>
          </a:prstGeom>
        </p:spPr>
        <p:txBody>
          <a:bodyPr/>
          <a:lstStyle>
            <a:lvl1pPr>
              <a:defRPr>
                <a:solidFill>
                  <a:schemeClr val="tx2"/>
                </a:solidFill>
              </a:defRPr>
            </a:lvl1pPr>
          </a:lstStyle>
          <a:p>
            <a:fld id="{3EA91A41-F51E-488E-A4AF-0E524720C035}" type="datetimeFigureOut">
              <a:rPr lang="da-DK" smtClean="0"/>
              <a:t>12-10-2026</a:t>
            </a:fld>
            <a:endParaRPr lang="da-DK"/>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01374" y="6477000"/>
            <a:ext cx="657226" cy="381000"/>
          </a:xfrm>
          <a:prstGeom prst="rect">
            <a:avLst/>
          </a:prstGeom>
        </p:spPr>
        <p:txBody>
          <a:bodyPr/>
          <a:lstStyle>
            <a:lvl1pPr>
              <a:defRPr>
                <a:solidFill>
                  <a:schemeClr val="tx2"/>
                </a:solidFill>
              </a:defRPr>
            </a:lvl1pPr>
          </a:lstStyle>
          <a:p>
            <a:fld id="{6BC26F3F-10B9-419D-838B-A2166CCB371B}" type="slidenum">
              <a:rPr lang="da-DK" smtClean="0"/>
              <a:t>‹nr.›</a:t>
            </a:fld>
            <a:endParaRPr lang="da-DK"/>
          </a:p>
        </p:txBody>
      </p:sp>
      <p:sp>
        <p:nvSpPr>
          <p:cNvPr id="5" name="Freeform 4">
            <a:extLst>
              <a:ext uri="{FF2B5EF4-FFF2-40B4-BE49-F238E27FC236}">
                <a16:creationId xmlns:a16="http://schemas.microsoft.com/office/drawing/2014/main" id="{ECF4FA5C-D406-8202-9143-DAEA62C5C872}"/>
              </a:ext>
            </a:extLst>
          </p:cNvPr>
          <p:cNvSpPr/>
          <p:nvPr/>
        </p:nvSpPr>
        <p:spPr>
          <a:xfrm>
            <a:off x="0"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5">
            <a:extLst>
              <a:ext uri="{FF2B5EF4-FFF2-40B4-BE49-F238E27FC236}">
                <a16:creationId xmlns:a16="http://schemas.microsoft.com/office/drawing/2014/main" id="{082645EB-0315-BBF0-B28C-6A31158DE8D1}"/>
              </a:ext>
            </a:extLst>
          </p:cNvPr>
          <p:cNvSpPr/>
          <p:nvPr/>
        </p:nvSpPr>
        <p:spPr>
          <a:xfrm>
            <a:off x="3997235"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637161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6858000" cy="731519"/>
          </a:xfrm>
          <a:prstGeom prst="rect">
            <a:avLst/>
          </a:prstGeom>
        </p:spPr>
        <p:txBody>
          <a:bodyPr anchor="t"/>
          <a:lstStyle>
            <a:lvl1pPr>
              <a:defRPr cap="all" baseline="0"/>
            </a:lvl1pPr>
          </a:lstStyle>
          <a:p>
            <a:r>
              <a:rPr lang="da-DK"/>
              <a:t>Klik for at redigere titeltypografien i masteren</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1" y="2145668"/>
            <a:ext cx="6858000" cy="4093526"/>
          </a:xfrm>
          <a:prstGeom prst="rect">
            <a:avLst/>
          </a:prstGeo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1" y="6464300"/>
            <a:ext cx="5366715" cy="399514"/>
          </a:xfrm>
          <a:prstGeom prst="rect">
            <a:avLst/>
          </a:prstGeom>
        </p:spPr>
        <p:txBody>
          <a:bodyPr/>
          <a:lstStyle>
            <a:lvl1pPr>
              <a:defRPr>
                <a:solidFill>
                  <a:schemeClr val="tx2"/>
                </a:solidFill>
              </a:defRPr>
            </a:lvl1pPr>
          </a:lstStyle>
          <a:p>
            <a:endParaRPr lang="da-DK"/>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900115" y="6464300"/>
            <a:ext cx="929303" cy="399514"/>
          </a:xfrm>
          <a:prstGeom prst="rect">
            <a:avLst/>
          </a:prstGeom>
        </p:spPr>
        <p:txBody>
          <a:bodyPr/>
          <a:lstStyle>
            <a:lvl1pPr>
              <a:defRPr>
                <a:solidFill>
                  <a:schemeClr val="tx2"/>
                </a:solidFill>
              </a:defRPr>
            </a:lvl1pPr>
          </a:lstStyle>
          <a:p>
            <a:fld id="{3EA91A41-F51E-488E-A4AF-0E524720C035}" type="datetimeFigureOut">
              <a:rPr lang="da-DK" smtClean="0"/>
              <a:t>12-10-2026</a:t>
            </a:fld>
            <a:endParaRPr lang="da-DK"/>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6829424" y="6464300"/>
            <a:ext cx="561977" cy="399514"/>
          </a:xfrm>
          <a:prstGeom prst="rect">
            <a:avLst/>
          </a:prstGeom>
        </p:spPr>
        <p:txBody>
          <a:bodyPr/>
          <a:lstStyle>
            <a:lvl1pPr>
              <a:defRPr>
                <a:solidFill>
                  <a:schemeClr val="tx2"/>
                </a:solidFill>
              </a:defRPr>
            </a:lvl1pPr>
          </a:lstStyle>
          <a:p>
            <a:fld id="{6BC26F3F-10B9-419D-838B-A2166CCB371B}" type="slidenum">
              <a:rPr lang="da-DK" smtClean="0"/>
              <a:t>‹nr.›</a:t>
            </a:fld>
            <a:endParaRPr lang="da-DK"/>
          </a:p>
        </p:txBody>
      </p:sp>
      <p:sp>
        <p:nvSpPr>
          <p:cNvPr id="6" name="Picture Placeholder 5">
            <a:extLst>
              <a:ext uri="{FF2B5EF4-FFF2-40B4-BE49-F238E27FC236}">
                <a16:creationId xmlns:a16="http://schemas.microsoft.com/office/drawing/2014/main" id="{070CE66A-15FE-D8FB-D711-D3BB0755F0D1}"/>
              </a:ext>
            </a:extLst>
          </p:cNvPr>
          <p:cNvSpPr>
            <a:spLocks noGrp="1"/>
          </p:cNvSpPr>
          <p:nvPr>
            <p:ph type="pic" sz="quarter" idx="18" hasCustomPrompt="1"/>
          </p:nvPr>
        </p:nvSpPr>
        <p:spPr>
          <a:xfrm>
            <a:off x="8193866"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E19B021D-A5A3-D515-C491-988160E0708C}"/>
              </a:ext>
            </a:extLst>
          </p:cNvPr>
          <p:cNvSpPr/>
          <p:nvPr/>
        </p:nvSpPr>
        <p:spPr>
          <a:xfrm>
            <a:off x="8172447"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F6879252-7B61-583A-CF4D-92BF27416ADC}"/>
              </a:ext>
            </a:extLst>
          </p:cNvPr>
          <p:cNvSpPr/>
          <p:nvPr/>
        </p:nvSpPr>
        <p:spPr>
          <a:xfrm>
            <a:off x="633137"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9060257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4573438" cy="1328932"/>
          </a:xfrm>
          <a:prstGeom prst="rect">
            <a:avLst/>
          </a:prstGeom>
        </p:spPr>
        <p:txBody>
          <a:bodyPr anchor="t">
            <a:noAutofit/>
          </a:bodyPr>
          <a:lstStyle>
            <a:lvl1pPr>
              <a:defRPr sz="3600" cap="all" baseline="0">
                <a:solidFill>
                  <a:schemeClr val="tx2"/>
                </a:solidFill>
              </a:defRPr>
            </a:lvl1pPr>
          </a:lstStyle>
          <a:p>
            <a:r>
              <a:rPr lang="da-DK"/>
              <a:t>Klik for at redigere titeltypografien i masteren</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33401" y="2495232"/>
            <a:ext cx="4573438"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6477000"/>
            <a:ext cx="2921550" cy="381000"/>
          </a:xfrm>
          <a:prstGeom prst="rect">
            <a:avLst/>
          </a:prstGeom>
        </p:spPr>
        <p:txBody>
          <a:bodyPr/>
          <a:lstStyle>
            <a:lvl1pPr>
              <a:defRPr>
                <a:solidFill>
                  <a:schemeClr val="tx2"/>
                </a:solidFill>
                <a:effectLst/>
              </a:defRPr>
            </a:lvl1pPr>
          </a:lstStyle>
          <a:p>
            <a:endParaRPr lang="da-DK"/>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54946" y="6477000"/>
            <a:ext cx="1100995" cy="381000"/>
          </a:xfrm>
          <a:prstGeom prst="rect">
            <a:avLst/>
          </a:prstGeom>
        </p:spPr>
        <p:txBody>
          <a:bodyPr/>
          <a:lstStyle>
            <a:lvl1pPr>
              <a:defRPr>
                <a:solidFill>
                  <a:schemeClr val="tx2"/>
                </a:solidFill>
              </a:defRPr>
            </a:lvl1pPr>
          </a:lstStyle>
          <a:p>
            <a:fld id="{3EA91A41-F51E-488E-A4AF-0E524720C035}" type="datetimeFigureOut">
              <a:rPr lang="da-DK" smtClean="0"/>
              <a:t>12-10-2026</a:t>
            </a:fld>
            <a:endParaRPr lang="da-DK"/>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553312" y="6477000"/>
            <a:ext cx="552253" cy="381000"/>
          </a:xfrm>
          <a:prstGeom prst="rect">
            <a:avLst/>
          </a:prstGeom>
        </p:spPr>
        <p:txBody>
          <a:bodyPr/>
          <a:lstStyle>
            <a:lvl1pPr>
              <a:defRPr>
                <a:solidFill>
                  <a:schemeClr val="tx2"/>
                </a:solidFill>
                <a:effectLst/>
              </a:defRPr>
            </a:lvl1pPr>
          </a:lstStyle>
          <a:p>
            <a:fld id="{6BC26F3F-10B9-419D-838B-A2166CCB371B}" type="slidenum">
              <a:rPr lang="da-DK" smtClean="0"/>
              <a:t>‹nr.›</a:t>
            </a:fld>
            <a:endParaRPr lang="da-DK"/>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103B3571-8BEB-7B5F-5141-60BE7E4F2B98}"/>
              </a:ext>
            </a:extLst>
          </p:cNvPr>
          <p:cNvSpPr/>
          <p:nvPr/>
        </p:nvSpPr>
        <p:spPr>
          <a:xfrm>
            <a:off x="631405" y="570990"/>
            <a:ext cx="5024894"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143262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275" y="1016955"/>
            <a:ext cx="3445936" cy="1328932"/>
          </a:xfrm>
          <a:prstGeom prst="rect">
            <a:avLst/>
          </a:prstGeom>
        </p:spPr>
        <p:txBody>
          <a:bodyPr anchor="t">
            <a:normAutofit/>
          </a:bodyPr>
          <a:lstStyle>
            <a:lvl1pPr>
              <a:defRPr sz="3600" cap="all" baseline="0">
                <a:solidFill>
                  <a:schemeClr val="tx2"/>
                </a:solidFill>
              </a:defRPr>
            </a:lvl1pPr>
          </a:lstStyle>
          <a:p>
            <a:r>
              <a:rPr lang="da-DK"/>
              <a:t>Klik for at redigere titeltypografien i masteren</a:t>
            </a:r>
            <a:endParaRPr lang="en-US" dirty="0"/>
          </a:p>
        </p:txBody>
      </p:sp>
      <p:sp>
        <p:nvSpPr>
          <p:cNvPr id="6" name="Content Placeholder 7">
            <a:extLst>
              <a:ext uri="{FF2B5EF4-FFF2-40B4-BE49-F238E27FC236}">
                <a16:creationId xmlns:a16="http://schemas.microsoft.com/office/drawing/2014/main" id="{7056A831-274A-4E01-51DC-29FC50834A4F}"/>
              </a:ext>
            </a:extLst>
          </p:cNvPr>
          <p:cNvSpPr>
            <a:spLocks noGrp="1"/>
          </p:cNvSpPr>
          <p:nvPr>
            <p:ph sz="quarter" idx="18"/>
          </p:nvPr>
        </p:nvSpPr>
        <p:spPr>
          <a:xfrm>
            <a:off x="533400" y="2495232"/>
            <a:ext cx="3445936"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533400" y="6477000"/>
            <a:ext cx="2076777" cy="381000"/>
          </a:xfrm>
          <a:prstGeom prst="rect">
            <a:avLst/>
          </a:prstGeom>
        </p:spPr>
        <p:txBody>
          <a:bodyPr/>
          <a:lstStyle>
            <a:lvl1pPr>
              <a:defRPr>
                <a:solidFill>
                  <a:schemeClr val="tx2"/>
                </a:solidFill>
              </a:defRPr>
            </a:lvl1pPr>
          </a:lstStyle>
          <a:p>
            <a:endParaRPr lang="da-DK"/>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610177" y="6477000"/>
            <a:ext cx="949766" cy="381000"/>
          </a:xfrm>
          <a:prstGeom prst="rect">
            <a:avLst/>
          </a:prstGeom>
        </p:spPr>
        <p:txBody>
          <a:bodyPr/>
          <a:lstStyle>
            <a:lvl1pPr>
              <a:defRPr>
                <a:solidFill>
                  <a:schemeClr val="tx2"/>
                </a:solidFill>
              </a:defRPr>
            </a:lvl1pPr>
          </a:lstStyle>
          <a:p>
            <a:fld id="{3EA91A41-F51E-488E-A4AF-0E524720C035}" type="datetimeFigureOut">
              <a:rPr lang="da-DK" smtClean="0"/>
              <a:t>12-10-2026</a:t>
            </a:fld>
            <a:endParaRPr lang="da-DK"/>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559943" y="6477000"/>
            <a:ext cx="429207" cy="381000"/>
          </a:xfrm>
          <a:prstGeom prst="rect">
            <a:avLst/>
          </a:prstGeom>
        </p:spPr>
        <p:txBody>
          <a:bodyPr/>
          <a:lstStyle>
            <a:lvl1pPr>
              <a:defRPr>
                <a:solidFill>
                  <a:schemeClr val="tx2"/>
                </a:solidFill>
              </a:defRPr>
            </a:lvl1pPr>
          </a:lstStyle>
          <a:p>
            <a:fld id="{6BC26F3F-10B9-419D-838B-A2166CCB371B}" type="slidenum">
              <a:rPr lang="da-DK" smtClean="0"/>
              <a:t>‹nr.›</a:t>
            </a:fld>
            <a:endParaRPr lang="da-DK"/>
          </a:p>
        </p:txBody>
      </p:sp>
      <p:sp>
        <p:nvSpPr>
          <p:cNvPr id="7" name="Picture Placeholder 10">
            <a:extLst>
              <a:ext uri="{FF2B5EF4-FFF2-40B4-BE49-F238E27FC236}">
                <a16:creationId xmlns:a16="http://schemas.microsoft.com/office/drawing/2014/main" id="{0BBEF0D8-DF37-CB82-D6FC-4B18E864B26C}"/>
              </a:ext>
            </a:extLst>
          </p:cNvPr>
          <p:cNvSpPr>
            <a:spLocks noGrp="1"/>
          </p:cNvSpPr>
          <p:nvPr>
            <p:ph type="pic" sz="quarter" idx="13" hasCustomPrompt="1"/>
          </p:nvPr>
        </p:nvSpPr>
        <p:spPr>
          <a:xfrm>
            <a:off x="4602979" y="0"/>
            <a:ext cx="7584144"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8DC2254B-5D42-9D5B-16C8-9FAF562F458A}"/>
              </a:ext>
            </a:extLst>
          </p:cNvPr>
          <p:cNvSpPr/>
          <p:nvPr/>
        </p:nvSpPr>
        <p:spPr>
          <a:xfrm>
            <a:off x="615697" y="570989"/>
            <a:ext cx="3987282" cy="64012"/>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7022631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0" y="1016955"/>
            <a:ext cx="2770539" cy="1875475"/>
          </a:xfrm>
          <a:prstGeom prst="rect">
            <a:avLst/>
          </a:prstGeom>
        </p:spPr>
        <p:txBody>
          <a:bodyPr anchor="t"/>
          <a:lstStyle>
            <a:lvl1pPr>
              <a:defRPr cap="all" baseline="0">
                <a:solidFill>
                  <a:schemeClr val="tx2"/>
                </a:solidFill>
              </a:defRPr>
            </a:lvl1pPr>
          </a:lstStyle>
          <a:p>
            <a:r>
              <a:rPr lang="da-DK"/>
              <a:t>Klik for at redigere titeltypografien i masteren</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769544" cy="28449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477000"/>
            <a:ext cx="1404460" cy="381000"/>
          </a:xfrm>
          <a:prstGeom prst="rect">
            <a:avLst/>
          </a:prstGeom>
        </p:spPr>
        <p:txBody>
          <a:bodyPr/>
          <a:lstStyle>
            <a:lvl1pPr>
              <a:defRPr>
                <a:solidFill>
                  <a:schemeClr val="tx2"/>
                </a:solidFill>
              </a:defRPr>
            </a:lvl1pPr>
          </a:lstStyle>
          <a:p>
            <a:endParaRPr lang="da-DK"/>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477000"/>
            <a:ext cx="708857" cy="381000"/>
          </a:xfrm>
          <a:prstGeom prst="rect">
            <a:avLst/>
          </a:prstGeom>
        </p:spPr>
        <p:txBody>
          <a:bodyPr/>
          <a:lstStyle>
            <a:lvl1pPr>
              <a:defRPr>
                <a:solidFill>
                  <a:schemeClr val="tx2"/>
                </a:solidFill>
                <a:effectLst/>
              </a:defRPr>
            </a:lvl1pPr>
          </a:lstStyle>
          <a:p>
            <a:fld id="{3EA91A41-F51E-488E-A4AF-0E524720C035}" type="datetimeFigureOut">
              <a:rPr lang="da-DK" smtClean="0"/>
              <a:t>12-10-2026</a:t>
            </a:fld>
            <a:endParaRPr lang="da-DK"/>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80" y="6477000"/>
            <a:ext cx="657220" cy="381000"/>
          </a:xfrm>
          <a:prstGeom prst="rect">
            <a:avLst/>
          </a:prstGeom>
        </p:spPr>
        <p:txBody>
          <a:bodyPr/>
          <a:lstStyle>
            <a:lvl1pPr>
              <a:defRPr>
                <a:solidFill>
                  <a:schemeClr val="tx2"/>
                </a:solidFill>
              </a:defRPr>
            </a:lvl1pPr>
          </a:lstStyle>
          <a:p>
            <a:fld id="{6BC26F3F-10B9-419D-838B-A2166CCB371B}" type="slidenum">
              <a:rPr lang="da-DK" smtClean="0"/>
              <a:t>‹nr.›</a:t>
            </a:fld>
            <a:endParaRPr lang="da-DK"/>
          </a:p>
        </p:txBody>
      </p:sp>
      <p:sp>
        <p:nvSpPr>
          <p:cNvPr id="3" name="Freeform 2">
            <a:extLst>
              <a:ext uri="{FF2B5EF4-FFF2-40B4-BE49-F238E27FC236}">
                <a16:creationId xmlns:a16="http://schemas.microsoft.com/office/drawing/2014/main" id="{3AEE3D4D-61F7-E7A0-0EB4-DE705A2CAF60}"/>
              </a:ext>
            </a:extLst>
          </p:cNvPr>
          <p:cNvSpPr/>
          <p:nvPr/>
        </p:nvSpPr>
        <p:spPr>
          <a:xfrm>
            <a:off x="8326322" y="570989"/>
            <a:ext cx="3332277"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178940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3623948"/>
            <a:ext cx="3486152" cy="2599051"/>
          </a:xfrm>
          <a:prstGeom prst="rect">
            <a:avLst/>
          </a:prstGeom>
        </p:spPr>
        <p:txBody>
          <a:bodyPr anchor="t">
            <a:normAutofit/>
          </a:bodyPr>
          <a:lstStyle>
            <a:lvl1pPr>
              <a:defRPr sz="3600" cap="all" baseline="0">
                <a:solidFill>
                  <a:schemeClr val="tx2"/>
                </a:solidFill>
              </a:defRPr>
            </a:lvl1pPr>
          </a:lstStyle>
          <a:p>
            <a:r>
              <a:rPr lang="da-DK"/>
              <a:t>Klik for at redigere titeltypografien i masteren</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242949"/>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05936" y="3623949"/>
            <a:ext cx="7252664" cy="25990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endParaRPr lang="da-DK"/>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3EA91A41-F51E-488E-A4AF-0E524720C035}" type="datetimeFigureOut">
              <a:rPr lang="da-DK" smtClean="0"/>
              <a:t>12-10-2026</a:t>
            </a:fld>
            <a:endParaRPr lang="da-DK"/>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6BC26F3F-10B9-419D-838B-A2166CCB371B}" type="slidenum">
              <a:rPr lang="da-DK" smtClean="0"/>
              <a:t>‹nr.›</a:t>
            </a:fld>
            <a:endParaRPr lang="da-DK"/>
          </a:p>
        </p:txBody>
      </p:sp>
    </p:spTree>
    <p:extLst>
      <p:ext uri="{BB962C8B-B14F-4D97-AF65-F5344CB8AC3E}">
        <p14:creationId xmlns:p14="http://schemas.microsoft.com/office/powerpoint/2010/main" val="7947634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1125199" cy="731519"/>
          </a:xfrm>
          <a:prstGeom prst="rect">
            <a:avLst/>
          </a:prstGeom>
        </p:spPr>
        <p:txBody>
          <a:bodyPr anchor="t"/>
          <a:lstStyle>
            <a:lvl1pPr>
              <a:defRPr cap="all" baseline="0">
                <a:solidFill>
                  <a:schemeClr val="tx2"/>
                </a:solidFill>
              </a:defRPr>
            </a:lvl1pPr>
          </a:lstStyle>
          <a:p>
            <a:r>
              <a:rPr lang="da-DK"/>
              <a:t>Klik for at redigere titeltypografien i masteren</a:t>
            </a:r>
            <a:endParaRPr lang="en-US" dirty="0"/>
          </a:p>
        </p:txBody>
      </p:sp>
      <p:sp>
        <p:nvSpPr>
          <p:cNvPr id="36" name="Picture Placeholder 11">
            <a:extLst>
              <a:ext uri="{FF2B5EF4-FFF2-40B4-BE49-F238E27FC236}">
                <a16:creationId xmlns:a16="http://schemas.microsoft.com/office/drawing/2014/main" id="{61ACD7CC-7A35-CC8D-F7DA-128B795065B1}"/>
              </a:ext>
            </a:extLst>
          </p:cNvPr>
          <p:cNvSpPr>
            <a:spLocks noGrp="1"/>
          </p:cNvSpPr>
          <p:nvPr>
            <p:ph type="pic" sz="quarter" idx="18" hasCustomPrompt="1"/>
          </p:nvPr>
        </p:nvSpPr>
        <p:spPr>
          <a:xfrm>
            <a:off x="0" y="2145668"/>
            <a:ext cx="6291878" cy="472852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43095" y="2145668"/>
            <a:ext cx="4815505" cy="419049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843095" y="6492240"/>
            <a:ext cx="3215297" cy="365760"/>
          </a:xfrm>
          <a:prstGeom prst="rect">
            <a:avLst/>
          </a:prstGeom>
        </p:spPr>
        <p:txBody>
          <a:bodyPr/>
          <a:lstStyle>
            <a:lvl1pPr>
              <a:defRPr>
                <a:solidFill>
                  <a:schemeClr val="tx2"/>
                </a:solidFill>
              </a:defRPr>
            </a:lvl1pPr>
          </a:lstStyle>
          <a:p>
            <a:endParaRPr lang="da-DK"/>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398" y="6492240"/>
            <a:ext cx="942982" cy="365760"/>
          </a:xfrm>
          <a:prstGeom prst="rect">
            <a:avLst/>
          </a:prstGeom>
        </p:spPr>
        <p:txBody>
          <a:bodyPr/>
          <a:lstStyle>
            <a:lvl1pPr>
              <a:defRPr>
                <a:solidFill>
                  <a:schemeClr val="tx2"/>
                </a:solidFill>
              </a:defRPr>
            </a:lvl1pPr>
          </a:lstStyle>
          <a:p>
            <a:fld id="{3EA91A41-F51E-488E-A4AF-0E524720C035}" type="datetimeFigureOut">
              <a:rPr lang="da-DK" smtClean="0"/>
              <a:t>12-10-2026</a:t>
            </a:fld>
            <a:endParaRPr lang="da-DK"/>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01379" y="6492240"/>
            <a:ext cx="657221" cy="365760"/>
          </a:xfrm>
          <a:prstGeom prst="rect">
            <a:avLst/>
          </a:prstGeom>
        </p:spPr>
        <p:txBody>
          <a:bodyPr/>
          <a:lstStyle>
            <a:lvl1pPr>
              <a:defRPr>
                <a:solidFill>
                  <a:schemeClr val="tx2"/>
                </a:solidFill>
              </a:defRPr>
            </a:lvl1pPr>
          </a:lstStyle>
          <a:p>
            <a:fld id="{6BC26F3F-10B9-419D-838B-A2166CCB371B}" type="slidenum">
              <a:rPr lang="da-DK" smtClean="0"/>
              <a:t>‹nr.›</a:t>
            </a:fld>
            <a:endParaRPr lang="da-DK"/>
          </a:p>
        </p:txBody>
      </p:sp>
      <p:sp>
        <p:nvSpPr>
          <p:cNvPr id="3" name="Rectangle 2">
            <a:extLst>
              <a:ext uri="{FF2B5EF4-FFF2-40B4-BE49-F238E27FC236}">
                <a16:creationId xmlns:a16="http://schemas.microsoft.com/office/drawing/2014/main" id="{54335081-FA52-F16F-A616-E20DA766DB57}"/>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89952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9" y="1016955"/>
            <a:ext cx="3486153" cy="1316347"/>
          </a:xfrm>
          <a:prstGeom prst="rect">
            <a:avLst/>
          </a:prstGeom>
        </p:spPr>
        <p:txBody>
          <a:bodyPr anchor="t">
            <a:noAutofit/>
          </a:bodyPr>
          <a:lstStyle>
            <a:lvl1pPr>
              <a:defRPr sz="3600" cap="all" baseline="0">
                <a:solidFill>
                  <a:schemeClr val="tx2"/>
                </a:solidFill>
              </a:defRPr>
            </a:lvl1pPr>
          </a:lstStyle>
          <a:p>
            <a:r>
              <a:rPr lang="da-DK"/>
              <a:t>Klik for at redigere titeltypografien i masteren</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34030" y="2495233"/>
            <a:ext cx="3385517" cy="3727765"/>
          </a:xfrm>
          <a:prstGeom prst="rect">
            <a:avLst/>
          </a:prstGeom>
          <a:blipFill dpi="0" rotWithShape="1">
            <a:blip r:embed="rId2">
              <a:alphaModFix amt="60000"/>
            </a:blip>
            <a:srcRect/>
            <a:stretch>
              <a:fillRect/>
            </a:stretch>
          </a:blipFill>
        </p:spPr>
        <p:txBody>
          <a:bodyPr/>
          <a:lstStyle>
            <a:lvl1pPr marL="0" indent="0">
              <a:buFont typeface="Arial" panose="020B0604020202020204" pitchFamily="34" charse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576142" y="1016954"/>
            <a:ext cx="7082457" cy="5206045"/>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endParaRPr lang="da-DK"/>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3EA91A41-F51E-488E-A4AF-0E524720C035}" type="datetimeFigureOut">
              <a:rPr lang="da-DK" smtClean="0"/>
              <a:t>12-10-2026</a:t>
            </a:fld>
            <a:endParaRPr lang="da-DK"/>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6BC26F3F-10B9-419D-838B-A2166CCB371B}" type="slidenum">
              <a:rPr lang="da-DK" smtClean="0"/>
              <a:t>‹nr.›</a:t>
            </a:fld>
            <a:endParaRPr lang="da-DK"/>
          </a:p>
        </p:txBody>
      </p:sp>
      <p:sp>
        <p:nvSpPr>
          <p:cNvPr id="3" name="Rectangle 2">
            <a:extLst>
              <a:ext uri="{FF2B5EF4-FFF2-40B4-BE49-F238E27FC236}">
                <a16:creationId xmlns:a16="http://schemas.microsoft.com/office/drawing/2014/main" id="{05CA24FE-7F15-0A35-2050-28F4CE33B91F}"/>
              </a:ext>
            </a:extLst>
          </p:cNvPr>
          <p:cNvSpPr/>
          <p:nvPr/>
        </p:nvSpPr>
        <p:spPr>
          <a:xfrm>
            <a:off x="634030" y="565606"/>
            <a:ext cx="3385521"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C9E0A62-7502-AFE4-4860-6DE00EB6D1D5}"/>
              </a:ext>
            </a:extLst>
          </p:cNvPr>
          <p:cNvSpPr/>
          <p:nvPr/>
        </p:nvSpPr>
        <p:spPr>
          <a:xfrm>
            <a:off x="4019547" y="565605"/>
            <a:ext cx="8172453"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88152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473C94E-2C8E-3F68-4792-D2F9DD866344}"/>
              </a:ext>
            </a:extLst>
          </p:cNvPr>
          <p:cNvSpPr>
            <a:spLocks noGrp="1"/>
          </p:cNvSpPr>
          <p:nvPr>
            <p:ph type="title"/>
          </p:nvPr>
        </p:nvSpPr>
        <p:spPr>
          <a:xfrm>
            <a:off x="3462961" y="5109525"/>
            <a:ext cx="8195638" cy="744634"/>
          </a:xfrm>
        </p:spPr>
        <p:txBody>
          <a:bodyPr anchor="b">
            <a:normAutofit/>
          </a:bodyPr>
          <a:lstStyle>
            <a:lvl1pPr>
              <a:defRPr sz="2000" b="1">
                <a:solidFill>
                  <a:schemeClr val="bg1"/>
                </a:solidFill>
              </a:defRPr>
            </a:lvl1pPr>
          </a:lstStyle>
          <a:p>
            <a:r>
              <a:rPr lang="da-DK"/>
              <a:t>Klik for at redigere titeltypografien i masteren</a:t>
            </a:r>
            <a:endParaRPr lang="en-US" dirty="0"/>
          </a:p>
        </p:txBody>
      </p:sp>
      <p:sp>
        <p:nvSpPr>
          <p:cNvPr id="7" name="Content Placeholder 6">
            <a:extLst>
              <a:ext uri="{FF2B5EF4-FFF2-40B4-BE49-F238E27FC236}">
                <a16:creationId xmlns:a16="http://schemas.microsoft.com/office/drawing/2014/main" id="{16E6EBA2-EEB8-DB5B-897E-6DAE1530B31E}"/>
              </a:ext>
            </a:extLst>
          </p:cNvPr>
          <p:cNvSpPr>
            <a:spLocks noGrp="1"/>
          </p:cNvSpPr>
          <p:nvPr>
            <p:ph sz="quarter" idx="14" hasCustomPrompt="1"/>
          </p:nvPr>
        </p:nvSpPr>
        <p:spPr>
          <a:xfrm>
            <a:off x="533400" y="533400"/>
            <a:ext cx="11125200" cy="4576763"/>
          </a:xfrm>
        </p:spPr>
        <p:txBody>
          <a:bodyPr>
            <a:normAutofit/>
          </a:bodyPr>
          <a:lstStyle>
            <a:lvl1pPr marL="0" indent="0">
              <a:buNone/>
              <a:defRPr sz="30000" b="0">
                <a:solidFill>
                  <a:schemeClr val="bg1"/>
                </a:solidFill>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533399" y="6477000"/>
            <a:ext cx="8576637" cy="381001"/>
          </a:xfrm>
          <a:prstGeom prst="rect">
            <a:avLst/>
          </a:prstGeom>
        </p:spPr>
        <p:txBody>
          <a:bodyPr/>
          <a:lstStyle>
            <a:lvl1pPr>
              <a:defRPr>
                <a:solidFill>
                  <a:schemeClr val="bg1"/>
                </a:solidFill>
              </a:defRPr>
            </a:lvl1pPr>
          </a:lstStyle>
          <a:p>
            <a:endParaRPr lang="da-DK"/>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9110036" y="6477000"/>
            <a:ext cx="1880546" cy="381000"/>
          </a:xfrm>
          <a:prstGeom prst="rect">
            <a:avLst/>
          </a:prstGeom>
        </p:spPr>
        <p:txBody>
          <a:bodyPr/>
          <a:lstStyle>
            <a:lvl1pPr>
              <a:defRPr>
                <a:solidFill>
                  <a:schemeClr val="bg1"/>
                </a:solidFill>
              </a:defRPr>
            </a:lvl1pPr>
          </a:lstStyle>
          <a:p>
            <a:fld id="{3EA91A41-F51E-488E-A4AF-0E524720C035}" type="datetimeFigureOut">
              <a:rPr lang="da-DK" smtClean="0"/>
              <a:t>12-10-2026</a:t>
            </a:fld>
            <a:endParaRPr lang="da-DK"/>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bg1"/>
                </a:solidFill>
              </a:defRPr>
            </a:lvl1pPr>
          </a:lstStyle>
          <a:p>
            <a:fld id="{6BC26F3F-10B9-419D-838B-A2166CCB371B}" type="slidenum">
              <a:rPr lang="da-DK" smtClean="0"/>
              <a:t>‹nr.›</a:t>
            </a:fld>
            <a:endParaRPr lang="da-DK"/>
          </a:p>
        </p:txBody>
      </p:sp>
      <p:sp>
        <p:nvSpPr>
          <p:cNvPr id="36" name="Rectangle 35">
            <a:extLst>
              <a:ext uri="{FF2B5EF4-FFF2-40B4-BE49-F238E27FC236}">
                <a16:creationId xmlns:a16="http://schemas.microsoft.com/office/drawing/2014/main" id="{CCD9F1A0-57DB-F034-0AB9-2E671ABA4CDD}"/>
              </a:ext>
            </a:extLst>
          </p:cNvPr>
          <p:cNvSpPr/>
          <p:nvPr/>
        </p:nvSpPr>
        <p:spPr>
          <a:xfrm>
            <a:off x="9110040" y="6155911"/>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66B7340E-9893-2D44-91EA-76771EE522E6}"/>
              </a:ext>
            </a:extLst>
          </p:cNvPr>
          <p:cNvSpPr/>
          <p:nvPr/>
        </p:nvSpPr>
        <p:spPr>
          <a:xfrm>
            <a:off x="3467745" y="6155911"/>
            <a:ext cx="564228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17385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bg1"/>
                </a:solidFill>
                <a:latin typeface="Arial" panose="020B0604020202020204" pitchFamily="34" charset="0"/>
                <a:cs typeface="Arial" panose="020B0604020202020204" pitchFamily="34" charset="0"/>
              </a:defRPr>
            </a:lvl1pPr>
          </a:lstStyle>
          <a:p>
            <a:r>
              <a:rPr lang="da-DK"/>
              <a:t>Klik for at redigere titeltypografien i masteren</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399" y="1016955"/>
            <a:ext cx="11125201" cy="4840285"/>
          </a:xfrm>
          <a:prstGeom prst="rect">
            <a:avLst/>
          </a:prstGeom>
        </p:spPr>
        <p:txBody>
          <a:bodyPr anchor="t">
            <a:noAutofit/>
          </a:bodyPr>
          <a:lstStyle>
            <a:lvl1pPr marL="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1pPr>
            <a:lvl2pPr marL="2286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2pPr>
            <a:lvl3pPr marL="4572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3pPr>
            <a:lvl4pPr marL="6858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4pPr>
            <a:lvl5pPr marL="9144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399" y="6492240"/>
            <a:ext cx="8576637" cy="365761"/>
          </a:xfrm>
          <a:prstGeom prst="rect">
            <a:avLst/>
          </a:prstGeom>
        </p:spPr>
        <p:txBody>
          <a:bodyPr/>
          <a:lstStyle>
            <a:lvl1pPr>
              <a:defRPr>
                <a:solidFill>
                  <a:schemeClr val="bg2"/>
                </a:solidFill>
              </a:defRPr>
            </a:lvl1pPr>
          </a:lstStyle>
          <a:p>
            <a:endParaRPr lang="da-DK"/>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110036" y="6492239"/>
            <a:ext cx="1891338" cy="365761"/>
          </a:xfrm>
          <a:prstGeom prst="rect">
            <a:avLst/>
          </a:prstGeom>
        </p:spPr>
        <p:txBody>
          <a:bodyPr/>
          <a:lstStyle>
            <a:lvl1pPr>
              <a:defRPr>
                <a:solidFill>
                  <a:schemeClr val="bg2"/>
                </a:solidFill>
              </a:defRPr>
            </a:lvl1pPr>
          </a:lstStyle>
          <a:p>
            <a:fld id="{3EA91A41-F51E-488E-A4AF-0E524720C035}" type="datetimeFigureOut">
              <a:rPr lang="da-DK" smtClean="0"/>
              <a:t>12-10-2026</a:t>
            </a:fld>
            <a:endParaRPr lang="da-DK"/>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0995976" y="6492240"/>
            <a:ext cx="662624" cy="365761"/>
          </a:xfrm>
          <a:prstGeom prst="rect">
            <a:avLst/>
          </a:prstGeom>
        </p:spPr>
        <p:txBody>
          <a:bodyPr/>
          <a:lstStyle>
            <a:lvl1pPr>
              <a:defRPr>
                <a:solidFill>
                  <a:schemeClr val="bg2"/>
                </a:solidFill>
              </a:defRPr>
            </a:lvl1pPr>
          </a:lstStyle>
          <a:p>
            <a:fld id="{6BC26F3F-10B9-419D-838B-A2166CCB371B}" type="slidenum">
              <a:rPr lang="da-DK" smtClean="0"/>
              <a:t>‹nr.›</a:t>
            </a:fld>
            <a:endParaRPr lang="da-DK"/>
          </a:p>
        </p:txBody>
      </p:sp>
      <p:sp>
        <p:nvSpPr>
          <p:cNvPr id="6" name="Rectangle 5">
            <a:extLst>
              <a:ext uri="{FF2B5EF4-FFF2-40B4-BE49-F238E27FC236}">
                <a16:creationId xmlns:a16="http://schemas.microsoft.com/office/drawing/2014/main" id="{F810F272-8DCB-3D9F-8EA6-FBDD6B7DFDA3}"/>
              </a:ext>
            </a:extLst>
          </p:cNvPr>
          <p:cNvSpPr/>
          <p:nvPr/>
        </p:nvSpPr>
        <p:spPr>
          <a:xfrm>
            <a:off x="9110040" y="6155911"/>
            <a:ext cx="3081959" cy="640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38ED97-EB88-D071-C45A-D0C32569D40D}"/>
              </a:ext>
            </a:extLst>
          </p:cNvPr>
          <p:cNvSpPr/>
          <p:nvPr/>
        </p:nvSpPr>
        <p:spPr>
          <a:xfrm>
            <a:off x="3467745" y="6155911"/>
            <a:ext cx="5642289" cy="640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92864"/>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467745" y="5216204"/>
            <a:ext cx="8190855" cy="640080"/>
          </a:xfrm>
          <a:prstGeom prst="rect">
            <a:avLst/>
          </a:prstGeom>
        </p:spPr>
        <p:txBody>
          <a:bodyPr anchor="b">
            <a:normAutofit/>
          </a:bodyPr>
          <a:lstStyle>
            <a:lvl1pPr>
              <a:lnSpc>
                <a:spcPct val="120000"/>
              </a:lnSpc>
              <a:defRPr sz="2000" spc="0">
                <a:solidFill>
                  <a:schemeClr val="tx2"/>
                </a:solidFill>
                <a:latin typeface="Arial" panose="020B0604020202020204" pitchFamily="34" charset="0"/>
                <a:cs typeface="Arial" panose="020B0604020202020204" pitchFamily="34" charset="0"/>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8" y="1016954"/>
            <a:ext cx="11125201" cy="3711571"/>
          </a:xfrm>
          <a:prstGeom prst="rect">
            <a:avLst/>
          </a:prstGeom>
        </p:spPr>
        <p:txBody>
          <a:bodyPr anchor="t">
            <a:normAutofit/>
          </a:bodyPr>
          <a:lstStyle>
            <a:lvl1pPr marL="164592" indent="-164592">
              <a:lnSpc>
                <a:spcPct val="90000"/>
              </a:lnSpc>
              <a:spcBef>
                <a:spcPts val="0"/>
              </a:spcBef>
              <a:buNone/>
              <a:defRPr sz="7200">
                <a:latin typeface="Arial" panose="020B0604020202020204" pitchFamily="34" charset="0"/>
                <a:cs typeface="Arial" panose="020B0604020202020204" pitchFamily="34"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a:lstStyle/>
          <a:p>
            <a:endParaRPr lang="da-DK"/>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78961" cy="365760"/>
          </a:xfrm>
          <a:prstGeom prst="rect">
            <a:avLst/>
          </a:prstGeom>
        </p:spPr>
        <p:txBody>
          <a:bodyPr/>
          <a:lstStyle/>
          <a:p>
            <a:fld id="{3EA91A41-F51E-488E-A4AF-0E524720C035}" type="datetimeFigureOut">
              <a:rPr lang="da-DK" smtClean="0"/>
              <a:t>12-10-2026</a:t>
            </a:fld>
            <a:endParaRPr lang="da-DK"/>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001368" y="6492241"/>
            <a:ext cx="657231" cy="365760"/>
          </a:xfrm>
          <a:prstGeom prst="rect">
            <a:avLst/>
          </a:prstGeom>
        </p:spPr>
        <p:txBody>
          <a:bodyPr/>
          <a:lstStyle/>
          <a:p>
            <a:fld id="{6BC26F3F-10B9-419D-838B-A2166CCB371B}" type="slidenum">
              <a:rPr lang="da-DK" smtClean="0"/>
              <a:t>‹nr.›</a:t>
            </a:fld>
            <a:endParaRPr lang="da-DK"/>
          </a:p>
        </p:txBody>
      </p:sp>
      <p:sp>
        <p:nvSpPr>
          <p:cNvPr id="34" name="Rectangle 33">
            <a:extLst>
              <a:ext uri="{FF2B5EF4-FFF2-40B4-BE49-F238E27FC236}">
                <a16:creationId xmlns:a16="http://schemas.microsoft.com/office/drawing/2014/main" id="{F22AFB11-60F0-1BFB-3EE2-25A317606ED4}"/>
              </a:ext>
            </a:extLst>
          </p:cNvPr>
          <p:cNvSpPr/>
          <p:nvPr/>
        </p:nvSpPr>
        <p:spPr>
          <a:xfrm>
            <a:off x="9110040" y="6155911"/>
            <a:ext cx="308195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DB6C2DA-9756-1101-616C-92AE71300FD8}"/>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4488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o indholdsobjekter">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8" y="1016956"/>
            <a:ext cx="11125201" cy="731520"/>
          </a:xfrm>
          <a:prstGeom prst="rect">
            <a:avLst/>
          </a:prstGeom>
        </p:spPr>
        <p:txBody>
          <a:bodyPr anchor="t"/>
          <a:lstStyle>
            <a:lvl1pPr>
              <a:defRPr cap="all" baseline="0"/>
            </a:lvl1pPr>
          </a:lstStyle>
          <a:p>
            <a:r>
              <a:rPr lang="da-DK"/>
              <a:t>Klik for at redigere titeltypografien i masteren</a:t>
            </a:r>
            <a:endParaRPr lang="en-US" dirty="0"/>
          </a:p>
        </p:txBody>
      </p:sp>
      <p:sp>
        <p:nvSpPr>
          <p:cNvPr id="37" name="Content Placeholder 5">
            <a:extLst>
              <a:ext uri="{FF2B5EF4-FFF2-40B4-BE49-F238E27FC236}">
                <a16:creationId xmlns:a16="http://schemas.microsoft.com/office/drawing/2014/main" id="{2D30AC1E-99F3-1176-72D1-F6FF258E3075}"/>
              </a:ext>
            </a:extLst>
          </p:cNvPr>
          <p:cNvSpPr>
            <a:spLocks noGrp="1"/>
          </p:cNvSpPr>
          <p:nvPr>
            <p:ph sz="quarter" idx="15"/>
          </p:nvPr>
        </p:nvSpPr>
        <p:spPr>
          <a:xfrm>
            <a:off x="533399" y="1883248"/>
            <a:ext cx="5075238" cy="4339752"/>
          </a:xfrm>
          <a:prstGeom prst="rect">
            <a:avLst/>
          </a:prstGeo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38" name="Content Placeholder 11">
            <a:extLst>
              <a:ext uri="{FF2B5EF4-FFF2-40B4-BE49-F238E27FC236}">
                <a16:creationId xmlns:a16="http://schemas.microsoft.com/office/drawing/2014/main" id="{54CE6F64-34A4-5E4B-21B9-E65B60D60DF7}"/>
              </a:ext>
            </a:extLst>
          </p:cNvPr>
          <p:cNvSpPr>
            <a:spLocks noGrp="1"/>
          </p:cNvSpPr>
          <p:nvPr>
            <p:ph sz="quarter" idx="16"/>
          </p:nvPr>
        </p:nvSpPr>
        <p:spPr>
          <a:xfrm>
            <a:off x="6583043" y="1883248"/>
            <a:ext cx="5075556" cy="4339752"/>
          </a:xfrm>
          <a:prstGeom prst="rect">
            <a:avLst/>
          </a:prstGeo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92241"/>
            <a:ext cx="8576637" cy="365760"/>
          </a:xfrm>
          <a:prstGeom prst="rect">
            <a:avLst/>
          </a:prstGeom>
        </p:spPr>
        <p:txBody>
          <a:bodyPr/>
          <a:lstStyle/>
          <a:p>
            <a:endParaRPr lang="da-DK"/>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92240"/>
            <a:ext cx="1891338" cy="365760"/>
          </a:xfrm>
          <a:prstGeom prst="rect">
            <a:avLst/>
          </a:prstGeom>
        </p:spPr>
        <p:txBody>
          <a:bodyPr/>
          <a:lstStyle/>
          <a:p>
            <a:fld id="{3EA91A41-F51E-488E-A4AF-0E524720C035}" type="datetimeFigureOut">
              <a:rPr lang="da-DK" smtClean="0"/>
              <a:t>12-10-2026</a:t>
            </a:fld>
            <a:endParaRPr lang="da-DK"/>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95976" y="6492239"/>
            <a:ext cx="662624" cy="365761"/>
          </a:xfrm>
          <a:prstGeom prst="rect">
            <a:avLst/>
          </a:prstGeom>
        </p:spPr>
        <p:txBody>
          <a:bodyPr/>
          <a:lstStyle/>
          <a:p>
            <a:fld id="{6BC26F3F-10B9-419D-838B-A2166CCB371B}" type="slidenum">
              <a:rPr lang="da-DK" smtClean="0"/>
              <a:t>‹nr.›</a:t>
            </a:fld>
            <a:endParaRPr lang="da-DK"/>
          </a:p>
        </p:txBody>
      </p:sp>
      <p:sp>
        <p:nvSpPr>
          <p:cNvPr id="8" name="Rectangle 7">
            <a:extLst>
              <a:ext uri="{FF2B5EF4-FFF2-40B4-BE49-F238E27FC236}">
                <a16:creationId xmlns:a16="http://schemas.microsoft.com/office/drawing/2014/main" id="{B0DF6D21-8591-4FB9-5FF0-44B10800DC79}"/>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7345B5-8AF1-C46D-5FB8-FF298EC5943D}"/>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70456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ammenligning">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33398" y="1016955"/>
            <a:ext cx="11125201" cy="731520"/>
          </a:xfrm>
          <a:prstGeom prst="rect">
            <a:avLst/>
          </a:prstGeom>
        </p:spPr>
        <p:txBody>
          <a:bodyPr anchor="t"/>
          <a:lstStyle>
            <a:lvl1pPr>
              <a:defRPr cap="all" baseline="0"/>
            </a:lvl1pPr>
          </a:lstStyle>
          <a:p>
            <a:r>
              <a:rPr lang="da-DK"/>
              <a:t>Klik for at redigere titeltypografien i masteren</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33399" y="1883248"/>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533399" y="2444434"/>
            <a:ext cx="5075238" cy="3778566"/>
          </a:xfrm>
          <a:prstGeom prst="rect">
            <a:avLst/>
          </a:prstGeo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83679" y="1883247"/>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83043" y="2444434"/>
            <a:ext cx="5075556" cy="3778566"/>
          </a:xfrm>
          <a:prstGeom prst="rect">
            <a:avLst/>
          </a:prstGeo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533399" y="6492241"/>
            <a:ext cx="8576637" cy="365760"/>
          </a:xfrm>
          <a:prstGeom prst="rect">
            <a:avLst/>
          </a:prstGeom>
        </p:spPr>
        <p:txBody>
          <a:bodyPr/>
          <a:lstStyle/>
          <a:p>
            <a:endParaRPr lang="da-DK"/>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9110036" y="6492240"/>
            <a:ext cx="1891338" cy="365760"/>
          </a:xfrm>
          <a:prstGeom prst="rect">
            <a:avLst/>
          </a:prstGeom>
        </p:spPr>
        <p:txBody>
          <a:bodyPr/>
          <a:lstStyle/>
          <a:p>
            <a:fld id="{3EA91A41-F51E-488E-A4AF-0E524720C035}" type="datetimeFigureOut">
              <a:rPr lang="da-DK" smtClean="0"/>
              <a:t>12-10-2026</a:t>
            </a:fld>
            <a:endParaRPr lang="da-DK"/>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001374" y="6492241"/>
            <a:ext cx="657226" cy="365760"/>
          </a:xfrm>
          <a:prstGeom prst="rect">
            <a:avLst/>
          </a:prstGeom>
        </p:spPr>
        <p:txBody>
          <a:bodyPr/>
          <a:lstStyle/>
          <a:p>
            <a:fld id="{6BC26F3F-10B9-419D-838B-A2166CCB371B}" type="slidenum">
              <a:rPr lang="da-DK" smtClean="0"/>
              <a:t>‹nr.›</a:t>
            </a:fld>
            <a:endParaRPr lang="da-DK"/>
          </a:p>
        </p:txBody>
      </p:sp>
      <p:sp>
        <p:nvSpPr>
          <p:cNvPr id="37" name="Rectangle 36">
            <a:extLst>
              <a:ext uri="{FF2B5EF4-FFF2-40B4-BE49-F238E27FC236}">
                <a16:creationId xmlns:a16="http://schemas.microsoft.com/office/drawing/2014/main" id="{AB0A7ECD-2835-13DC-1392-DC6E9D6B14EE}"/>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3FF6D6A-BF5E-8499-2E05-993B26BA4977}"/>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38836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Kun tit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33398" y="1016955"/>
            <a:ext cx="11125201" cy="1112519"/>
          </a:xfrm>
          <a:prstGeom prst="rect">
            <a:avLst/>
          </a:prstGeom>
        </p:spPr>
        <p:txBody>
          <a:bodyPr anchor="t"/>
          <a:lstStyle>
            <a:lvl1pPr>
              <a:defRPr cap="all" baseline="0">
                <a:solidFill>
                  <a:schemeClr val="tx2"/>
                </a:solidFill>
              </a:defRPr>
            </a:lvl1pPr>
          </a:lstStyle>
          <a:p>
            <a:r>
              <a:rPr lang="da-DK"/>
              <a:t>Klik for at redigere titeltypografien i masteren</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endParaRPr lang="da-DK"/>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3EA91A41-F51E-488E-A4AF-0E524720C035}" type="datetimeFigureOut">
              <a:rPr lang="da-DK" smtClean="0"/>
              <a:t>12-10-2026</a:t>
            </a:fld>
            <a:endParaRPr lang="da-DK"/>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tx2"/>
                </a:solidFill>
              </a:defRPr>
            </a:lvl1pPr>
          </a:lstStyle>
          <a:p>
            <a:fld id="{6BC26F3F-10B9-419D-838B-A2166CCB371B}" type="slidenum">
              <a:rPr lang="da-DK" smtClean="0"/>
              <a:t>‹nr.›</a:t>
            </a:fld>
            <a:endParaRPr lang="da-DK"/>
          </a:p>
        </p:txBody>
      </p:sp>
      <p:sp>
        <p:nvSpPr>
          <p:cNvPr id="6" name="Rectangle 5">
            <a:extLst>
              <a:ext uri="{FF2B5EF4-FFF2-40B4-BE49-F238E27FC236}">
                <a16:creationId xmlns:a16="http://schemas.microsoft.com/office/drawing/2014/main" id="{D0F7BCB4-DC28-7382-4A0F-0498411C4247}"/>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B5560D8-36FC-D0D1-04BB-54F2CCBC8B5E}"/>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75078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533399" y="6492241"/>
            <a:ext cx="8576637" cy="365760"/>
          </a:xfrm>
          <a:prstGeom prst="rect">
            <a:avLst/>
          </a:prstGeom>
        </p:spPr>
        <p:txBody>
          <a:bodyPr/>
          <a:lstStyle/>
          <a:p>
            <a:endParaRPr lang="da-DK"/>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9110036" y="6492240"/>
            <a:ext cx="1891338" cy="365760"/>
          </a:xfrm>
          <a:prstGeom prst="rect">
            <a:avLst/>
          </a:prstGeom>
        </p:spPr>
        <p:txBody>
          <a:bodyPr/>
          <a:lstStyle/>
          <a:p>
            <a:fld id="{3EA91A41-F51E-488E-A4AF-0E524720C035}" type="datetimeFigureOut">
              <a:rPr lang="da-DK" smtClean="0"/>
              <a:t>12-10-2026</a:t>
            </a:fld>
            <a:endParaRPr lang="da-DK"/>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001374" y="6492241"/>
            <a:ext cx="657226" cy="365760"/>
          </a:xfrm>
          <a:prstGeom prst="rect">
            <a:avLst/>
          </a:prstGeom>
        </p:spPr>
        <p:txBody>
          <a:bodyPr/>
          <a:lstStyle/>
          <a:p>
            <a:fld id="{6BC26F3F-10B9-419D-838B-A2166CCB371B}" type="slidenum">
              <a:rPr lang="da-DK" smtClean="0"/>
              <a:t>‹nr.›</a:t>
            </a:fld>
            <a:endParaRPr lang="da-DK"/>
          </a:p>
        </p:txBody>
      </p:sp>
    </p:spTree>
    <p:extLst>
      <p:ext uri="{BB962C8B-B14F-4D97-AF65-F5344CB8AC3E}">
        <p14:creationId xmlns:p14="http://schemas.microsoft.com/office/powerpoint/2010/main" val="32822624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1860235"/>
          </a:xfrm>
          <a:prstGeom prst="rect">
            <a:avLst/>
          </a:prstGeom>
        </p:spPr>
        <p:txBody>
          <a:bodyPr anchor="t">
            <a:noAutofit/>
          </a:bodyPr>
          <a:lstStyle>
            <a:lvl1pPr>
              <a:defRPr sz="7200" cap="all" baseline="0">
                <a:solidFill>
                  <a:schemeClr val="tx2"/>
                </a:solidFill>
              </a:defRPr>
            </a:lvl1pPr>
          </a:lstStyle>
          <a:p>
            <a:r>
              <a:rPr lang="da-DK"/>
              <a:t>Klik for at redigere titeltypografien i masteren</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33398" y="3258190"/>
            <a:ext cx="11125201" cy="2964810"/>
          </a:xfrm>
          <a:prstGeom prst="rect">
            <a:avLst/>
          </a:prstGeom>
        </p:spPr>
        <p:txBody>
          <a:bodyPr/>
          <a:lstStyle>
            <a:lvl1pPr marL="0" indent="0">
              <a:buNone/>
              <a:defRPr>
                <a:solidFill>
                  <a:schemeClr val="tx2"/>
                </a:solidFill>
              </a:defRPr>
            </a:lvl1pPr>
            <a:lvl2pPr marL="228600" indent="0">
              <a:buNone/>
              <a:defRPr>
                <a:solidFill>
                  <a:schemeClr val="tx2"/>
                </a:solidFill>
              </a:defRPr>
            </a:lvl2pPr>
            <a:lvl3pPr marL="457200" indent="0">
              <a:buNone/>
              <a:defRPr>
                <a:solidFill>
                  <a:schemeClr val="tx2"/>
                </a:solidFill>
              </a:defRPr>
            </a:lvl3pPr>
            <a:lvl4pPr marL="685800" indent="0">
              <a:buNone/>
              <a:defRPr>
                <a:solidFill>
                  <a:schemeClr val="tx2"/>
                </a:solidFill>
              </a:defRPr>
            </a:lvl4pPr>
            <a:lvl5pPr marL="914400" indent="0">
              <a:buNone/>
              <a:defRPr>
                <a:solidFill>
                  <a:schemeClr val="tx2"/>
                </a:solidFill>
              </a:defRPr>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endParaRPr lang="da-DK"/>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504949" cy="365760"/>
          </a:xfrm>
          <a:prstGeom prst="rect">
            <a:avLst/>
          </a:prstGeom>
        </p:spPr>
        <p:txBody>
          <a:bodyPr/>
          <a:lstStyle>
            <a:lvl1pPr>
              <a:defRPr>
                <a:solidFill>
                  <a:schemeClr val="tx2"/>
                </a:solidFill>
              </a:defRPr>
            </a:lvl1pPr>
          </a:lstStyle>
          <a:p>
            <a:fld id="{3EA91A41-F51E-488E-A4AF-0E524720C035}" type="datetimeFigureOut">
              <a:rPr lang="da-DK" smtClean="0"/>
              <a:t>12-10-2026</a:t>
            </a:fld>
            <a:endParaRPr lang="da-DK"/>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614990" y="6492241"/>
            <a:ext cx="1043610" cy="365760"/>
          </a:xfrm>
          <a:prstGeom prst="rect">
            <a:avLst/>
          </a:prstGeom>
        </p:spPr>
        <p:txBody>
          <a:bodyPr/>
          <a:lstStyle>
            <a:lvl1pPr>
              <a:defRPr>
                <a:solidFill>
                  <a:schemeClr val="tx2"/>
                </a:solidFill>
              </a:defRPr>
            </a:lvl1pPr>
          </a:lstStyle>
          <a:p>
            <a:fld id="{6BC26F3F-10B9-419D-838B-A2166CCB371B}" type="slidenum">
              <a:rPr lang="da-DK" smtClean="0"/>
              <a:t>‹nr.›</a:t>
            </a:fld>
            <a:endParaRPr lang="da-DK"/>
          </a:p>
        </p:txBody>
      </p:sp>
      <p:sp>
        <p:nvSpPr>
          <p:cNvPr id="34" name="Rectangle 33">
            <a:extLst>
              <a:ext uri="{FF2B5EF4-FFF2-40B4-BE49-F238E27FC236}">
                <a16:creationId xmlns:a16="http://schemas.microsoft.com/office/drawing/2014/main" id="{C0612DD4-C154-5A34-CBE2-09022345DFF5}"/>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5" name="Rectangle 34">
            <a:extLst>
              <a:ext uri="{FF2B5EF4-FFF2-40B4-BE49-F238E27FC236}">
                <a16:creationId xmlns:a16="http://schemas.microsoft.com/office/drawing/2014/main" id="{A245B82D-4F13-20D2-DD25-C26E60C48A92}"/>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2012273"/>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1016955"/>
            <a:ext cx="8576636" cy="1842020"/>
          </a:xfrm>
          <a:prstGeom prst="rect">
            <a:avLst/>
          </a:prstGeom>
        </p:spPr>
        <p:txBody>
          <a:bodyPr anchor="t">
            <a:noAutofit/>
          </a:bodyPr>
          <a:lstStyle>
            <a:lvl1pPr>
              <a:defRPr sz="7200" cap="all" baseline="0">
                <a:solidFill>
                  <a:schemeClr val="tx2"/>
                </a:solidFill>
              </a:defRPr>
            </a:lvl1pPr>
          </a:lstStyle>
          <a:p>
            <a:r>
              <a:rPr lang="da-DK"/>
              <a:t>Klik for at redigere titeltypografien i masteren</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3400" y="4614992"/>
            <a:ext cx="8576506" cy="1608008"/>
          </a:xfrm>
          <a:prstGeom prst="rect">
            <a:avLst/>
          </a:prstGeom>
        </p:spPr>
        <p:txBody>
          <a:bodyPr>
            <a:noAutofit/>
          </a:bodyPr>
          <a:lstStyle>
            <a:lvl1pPr marL="0" indent="0">
              <a:buNone/>
              <a:defRPr sz="2000" b="1" i="0">
                <a:solidFill>
                  <a:schemeClr val="tx2"/>
                </a:solidFill>
                <a:latin typeface="Arial" panose="020B0604020202020204" pitchFamily="34" charset="0"/>
                <a:cs typeface="Arial" panose="020B0604020202020204" pitchFamily="34" charset="0"/>
              </a:defRPr>
            </a:lvl1pPr>
            <a:lvl2pPr marL="228600" indent="0">
              <a:buNone/>
              <a:defRPr sz="2000" b="1" i="0">
                <a:solidFill>
                  <a:schemeClr val="tx2"/>
                </a:solidFill>
                <a:latin typeface="Arial" panose="020B0604020202020204" pitchFamily="34" charset="0"/>
                <a:cs typeface="Arial" panose="020B0604020202020204" pitchFamily="34" charset="0"/>
              </a:defRPr>
            </a:lvl2pPr>
            <a:lvl3pPr marL="457200" indent="0">
              <a:buNone/>
              <a:defRPr sz="2000" b="1" i="0">
                <a:solidFill>
                  <a:schemeClr val="tx2"/>
                </a:solidFill>
                <a:latin typeface="Arial" panose="020B0604020202020204" pitchFamily="34" charset="0"/>
                <a:cs typeface="Arial" panose="020B0604020202020204" pitchFamily="34" charset="0"/>
              </a:defRPr>
            </a:lvl3pPr>
            <a:lvl4pPr marL="685800" indent="0">
              <a:buNone/>
              <a:defRPr sz="2000" b="1" i="0">
                <a:solidFill>
                  <a:schemeClr val="tx2"/>
                </a:solidFill>
                <a:latin typeface="Arial" panose="020B0604020202020204" pitchFamily="34" charset="0"/>
                <a:cs typeface="Arial" panose="020B0604020202020204" pitchFamily="34" charset="0"/>
              </a:defRPr>
            </a:lvl4pPr>
            <a:lvl5pPr marL="914400" indent="0">
              <a:buNone/>
              <a:defRPr sz="2000" b="1" i="0">
                <a:solidFill>
                  <a:schemeClr val="tx2"/>
                </a:solidFill>
                <a:latin typeface="Arial" panose="020B0604020202020204" pitchFamily="34" charset="0"/>
                <a:cs typeface="Arial" panose="020B0604020202020204" pitchFamily="34" charset="0"/>
              </a:defRPr>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0" y="6492241"/>
            <a:ext cx="8576636" cy="365760"/>
          </a:xfrm>
          <a:prstGeom prst="rect">
            <a:avLst/>
          </a:prstGeom>
        </p:spPr>
        <p:txBody>
          <a:bodyPr/>
          <a:lstStyle>
            <a:lvl1pPr>
              <a:defRPr>
                <a:solidFill>
                  <a:schemeClr val="tx2"/>
                </a:solidFill>
              </a:defRPr>
            </a:lvl1pPr>
          </a:lstStyle>
          <a:p>
            <a:endParaRPr lang="da-DK"/>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3EA91A41-F51E-488E-A4AF-0E524720C035}" type="datetimeFigureOut">
              <a:rPr lang="da-DK" smtClean="0"/>
              <a:t>12-10-2026</a:t>
            </a:fld>
            <a:endParaRPr lang="da-DK"/>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92241"/>
            <a:ext cx="657226" cy="365760"/>
          </a:xfrm>
          <a:prstGeom prst="rect">
            <a:avLst/>
          </a:prstGeom>
        </p:spPr>
        <p:txBody>
          <a:bodyPr/>
          <a:lstStyle>
            <a:lvl1pPr>
              <a:defRPr>
                <a:solidFill>
                  <a:schemeClr val="tx2"/>
                </a:solidFill>
              </a:defRPr>
            </a:lvl1pPr>
          </a:lstStyle>
          <a:p>
            <a:fld id="{6BC26F3F-10B9-419D-838B-A2166CCB371B}" type="slidenum">
              <a:rPr lang="da-DK" smtClean="0"/>
              <a:t>‹nr.›</a:t>
            </a:fld>
            <a:endParaRPr lang="da-DK"/>
          </a:p>
        </p:txBody>
      </p:sp>
      <p:sp>
        <p:nvSpPr>
          <p:cNvPr id="58" name="Rectangle 57">
            <a:extLst>
              <a:ext uri="{FF2B5EF4-FFF2-40B4-BE49-F238E27FC236}">
                <a16:creationId xmlns:a16="http://schemas.microsoft.com/office/drawing/2014/main" id="{C0E45243-34A7-09D9-589C-A28D8FB592BD}"/>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77B2CF5-DB49-E6FB-F72A-24AA38988AEC}"/>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947870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533398" y="1016955"/>
            <a:ext cx="11125201" cy="746759"/>
          </a:xfrm>
          <a:prstGeom prst="rect">
            <a:avLst/>
          </a:prstGeom>
        </p:spPr>
        <p:txBody>
          <a:bodyPr vert="horz" lIns="91440" tIns="45720" rIns="91440" bIns="45720" rtlCol="0" anchor="t">
            <a:normAutofit/>
          </a:bodyPr>
          <a:lstStyle/>
          <a:p>
            <a:r>
              <a:rPr lang="da-DK"/>
              <a:t>Klik for at redigere titeltypografien i masteren</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533398" y="1748474"/>
            <a:ext cx="11125202" cy="4728524"/>
          </a:xfrm>
          <a:prstGeom prst="rect">
            <a:avLst/>
          </a:prstGeom>
        </p:spPr>
        <p:txBody>
          <a:bodyPr vert="horz" lIns="91440" tIns="45720" rIns="91440" bIns="45720" rtlCol="0">
            <a:norm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533399" y="6476998"/>
            <a:ext cx="8576637" cy="381003"/>
          </a:xfrm>
          <a:prstGeom prst="rect">
            <a:avLst/>
          </a:prstGeom>
        </p:spPr>
        <p:txBody>
          <a:bodyPr vert="horz" lIns="91440" tIns="45720" rIns="91440" bIns="45720" rtlCol="0" anchor="ctr"/>
          <a:lstStyle>
            <a:lvl1pPr algn="l" rtl="0">
              <a:defRPr sz="800">
                <a:solidFill>
                  <a:schemeClr val="tx2"/>
                </a:solidFill>
                <a:latin typeface="+mn-lt"/>
                <a:cs typeface="Arial" panose="020B0604020202020204" pitchFamily="34" charset="0"/>
              </a:defRPr>
            </a:lvl1pPr>
          </a:lstStyle>
          <a:p>
            <a:endParaRPr lang="da-DK"/>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110036" y="6476998"/>
            <a:ext cx="188595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3EA91A41-F51E-488E-A4AF-0E524720C035}" type="datetimeFigureOut">
              <a:rPr lang="da-DK" smtClean="0"/>
              <a:t>12-10-2026</a:t>
            </a:fld>
            <a:endParaRPr lang="da-DK"/>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01379" y="6476998"/>
            <a:ext cx="65722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6BC26F3F-10B9-419D-838B-A2166CCB371B}" type="slidenum">
              <a:rPr lang="da-DK" smtClean="0"/>
              <a:t>‹nr.›</a:t>
            </a:fld>
            <a:endParaRPr lang="da-DK"/>
          </a:p>
        </p:txBody>
      </p:sp>
    </p:spTree>
    <p:extLst>
      <p:ext uri="{BB962C8B-B14F-4D97-AF65-F5344CB8AC3E}">
        <p14:creationId xmlns:p14="http://schemas.microsoft.com/office/powerpoint/2010/main" val="3014538851"/>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 id="2147483724" r:id="rId18"/>
    <p:sldLayoutId id="2147483725" r:id="rId19"/>
    <p:sldLayoutId id="2147483726" r:id="rId20"/>
    <p:sldLayoutId id="2147483727" r:id="rId21"/>
    <p:sldLayoutId id="2147483728" r:id="rId22"/>
    <p:sldLayoutId id="2147483729" r:id="rId23"/>
    <p:sldLayoutId id="2147483730" r:id="rId24"/>
    <p:sldLayoutId id="2147483731" r:id="rId25"/>
    <p:sldLayoutId id="2147483732" r:id="rId26"/>
    <p:sldLayoutId id="2147483733" r:id="rId27"/>
  </p:sldLayoutIdLst>
  <p:txStyles>
    <p:titleStyle>
      <a:lvl1pPr algn="l" defTabSz="914400" rtl="0" eaLnBrk="1" latinLnBrk="0" hangingPunct="1">
        <a:lnSpc>
          <a:spcPct val="80000"/>
        </a:lnSpc>
        <a:spcBef>
          <a:spcPct val="0"/>
        </a:spcBef>
        <a:buNone/>
        <a:defRPr sz="3600" b="0" kern="1200" spc="0" baseline="0">
          <a:solidFill>
            <a:schemeClr val="tx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0" orient="horz" pos="2160">
          <p15:clr>
            <a:srgbClr val="F26B43"/>
          </p15:clr>
        </p15:guide>
        <p15:guide id="31" pos="3840">
          <p15:clr>
            <a:srgbClr val="F26B43"/>
          </p15:clr>
        </p15:guide>
        <p15:guide id="32" pos="336">
          <p15:clr>
            <a:srgbClr val="F26B43"/>
          </p15:clr>
        </p15:guide>
        <p15:guide id="33" pos="7344">
          <p15:clr>
            <a:srgbClr val="F26B43"/>
          </p15:clr>
        </p15:guide>
        <p15:guide id="34" orient="horz" pos="4080">
          <p15:clr>
            <a:srgbClr val="F26B43"/>
          </p15:clr>
        </p15:guide>
        <p15:guide id="35" orient="horz" pos="1344">
          <p15:clr>
            <a:srgbClr val="F26B43"/>
          </p15:clr>
        </p15:guide>
        <p15:guide id="36" orient="horz" pos="38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2B1916-B774-E764-1021-BADC360CD9C7}"/>
              </a:ext>
            </a:extLst>
          </p:cNvPr>
          <p:cNvSpPr>
            <a:spLocks noGrp="1"/>
          </p:cNvSpPr>
          <p:nvPr>
            <p:ph type="ctrTitle"/>
          </p:nvPr>
        </p:nvSpPr>
        <p:spPr/>
        <p:txBody>
          <a:bodyPr/>
          <a:lstStyle/>
          <a:p>
            <a:r>
              <a:rPr lang="da-DK" cap="none" dirty="0"/>
              <a:t>Intro til programmering</a:t>
            </a:r>
          </a:p>
        </p:txBody>
      </p:sp>
      <p:sp>
        <p:nvSpPr>
          <p:cNvPr id="3" name="Undertitel 2">
            <a:extLst>
              <a:ext uri="{FF2B5EF4-FFF2-40B4-BE49-F238E27FC236}">
                <a16:creationId xmlns:a16="http://schemas.microsoft.com/office/drawing/2014/main" id="{8FE93FA0-405E-F109-82B6-C84179C0B5CF}"/>
              </a:ext>
            </a:extLst>
          </p:cNvPr>
          <p:cNvSpPr>
            <a:spLocks noGrp="1"/>
          </p:cNvSpPr>
          <p:nvPr>
            <p:ph type="subTitle" idx="1"/>
          </p:nvPr>
        </p:nvSpPr>
        <p:spPr/>
        <p:txBody>
          <a:bodyPr/>
          <a:lstStyle/>
          <a:p>
            <a:r>
              <a:rPr lang="da-DK" dirty="0"/>
              <a:t>Michael Boje Veilis</a:t>
            </a:r>
          </a:p>
        </p:txBody>
      </p:sp>
    </p:spTree>
    <p:extLst>
      <p:ext uri="{BB962C8B-B14F-4D97-AF65-F5344CB8AC3E}">
        <p14:creationId xmlns:p14="http://schemas.microsoft.com/office/powerpoint/2010/main" val="2823688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FDA630-D1F2-3C1F-A87C-3BDA0CC6EA02}"/>
              </a:ext>
            </a:extLst>
          </p:cNvPr>
          <p:cNvSpPr>
            <a:spLocks noGrp="1"/>
          </p:cNvSpPr>
          <p:nvPr>
            <p:ph type="title"/>
          </p:nvPr>
        </p:nvSpPr>
        <p:spPr/>
        <p:txBody>
          <a:bodyPr/>
          <a:lstStyle/>
          <a:p>
            <a:r>
              <a:rPr lang="da-DK" cap="none" dirty="0"/>
              <a:t>Hvad er </a:t>
            </a:r>
            <a:r>
              <a:rPr lang="da-DK" cap="none" dirty="0" err="1"/>
              <a:t>Wordle</a:t>
            </a:r>
            <a:r>
              <a:rPr lang="da-DK" cap="none" dirty="0"/>
              <a:t>?</a:t>
            </a:r>
          </a:p>
        </p:txBody>
      </p:sp>
      <p:sp>
        <p:nvSpPr>
          <p:cNvPr id="3" name="Pladsholder til indhold 2">
            <a:extLst>
              <a:ext uri="{FF2B5EF4-FFF2-40B4-BE49-F238E27FC236}">
                <a16:creationId xmlns:a16="http://schemas.microsoft.com/office/drawing/2014/main" id="{FB2044E4-2927-617A-48F6-54B329D9466C}"/>
              </a:ext>
            </a:extLst>
          </p:cNvPr>
          <p:cNvSpPr>
            <a:spLocks noGrp="1"/>
          </p:cNvSpPr>
          <p:nvPr>
            <p:ph idx="1"/>
          </p:nvPr>
        </p:nvSpPr>
        <p:spPr/>
        <p:txBody>
          <a:bodyPr/>
          <a:lstStyle/>
          <a:p>
            <a:r>
              <a:rPr lang="da-DK" dirty="0"/>
              <a:t>Et ordgættespil, hvor du skal gætte et ord på fem bogstaver.</a:t>
            </a:r>
          </a:p>
          <a:p>
            <a:r>
              <a:rPr lang="da-DK" dirty="0"/>
              <a:t>Du har 6 forsøg til at finde det rigtige ord.</a:t>
            </a:r>
          </a:p>
          <a:p>
            <a:r>
              <a:rPr lang="da-DK" dirty="0"/>
              <a:t>Efter hvert gæt får du farvefeedback:</a:t>
            </a:r>
          </a:p>
          <a:p>
            <a:pPr lvl="1"/>
            <a:r>
              <a:rPr lang="da-DK" dirty="0"/>
              <a:t>🟩Grøn: Bogstaver er korrekt og står det rigtige sted.</a:t>
            </a:r>
          </a:p>
          <a:p>
            <a:pPr lvl="1"/>
            <a:r>
              <a:rPr lang="da-DK" dirty="0"/>
              <a:t>🟨Gul: Bogstavet findes i ordet, men står det forkerte sted.</a:t>
            </a:r>
          </a:p>
          <a:p>
            <a:pPr lvl="1"/>
            <a:r>
              <a:rPr lang="da-DK" dirty="0"/>
              <a:t>⬛Sort: Bogstavet findes ikke i ordet.</a:t>
            </a:r>
          </a:p>
          <a:p>
            <a:r>
              <a:rPr lang="da-DK" dirty="0"/>
              <a:t> Spillet træner din ordforståelse, logik og evne til at tænke strategisk.</a:t>
            </a:r>
          </a:p>
        </p:txBody>
      </p:sp>
      <p:pic>
        <p:nvPicPr>
          <p:cNvPr id="5" name="Billede 4">
            <a:extLst>
              <a:ext uri="{FF2B5EF4-FFF2-40B4-BE49-F238E27FC236}">
                <a16:creationId xmlns:a16="http://schemas.microsoft.com/office/drawing/2014/main" id="{9B1C8E35-ED0A-0501-DF9E-A26947D3DD10}"/>
              </a:ext>
            </a:extLst>
          </p:cNvPr>
          <p:cNvPicPr>
            <a:picLocks noChangeAspect="1"/>
          </p:cNvPicPr>
          <p:nvPr/>
        </p:nvPicPr>
        <p:blipFill>
          <a:blip r:embed="rId2"/>
          <a:stretch>
            <a:fillRect/>
          </a:stretch>
        </p:blipFill>
        <p:spPr>
          <a:xfrm>
            <a:off x="6647688" y="656887"/>
            <a:ext cx="4828032" cy="6115022"/>
          </a:xfrm>
          <a:prstGeom prst="rect">
            <a:avLst/>
          </a:prstGeom>
        </p:spPr>
      </p:pic>
    </p:spTree>
    <p:extLst>
      <p:ext uri="{BB962C8B-B14F-4D97-AF65-F5344CB8AC3E}">
        <p14:creationId xmlns:p14="http://schemas.microsoft.com/office/powerpoint/2010/main" val="3755871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5A4A8D-D252-309D-50AB-5498FF8A7C24}"/>
              </a:ext>
            </a:extLst>
          </p:cNvPr>
          <p:cNvSpPr>
            <a:spLocks noGrp="1"/>
          </p:cNvSpPr>
          <p:nvPr>
            <p:ph type="title"/>
          </p:nvPr>
        </p:nvSpPr>
        <p:spPr/>
        <p:txBody>
          <a:bodyPr/>
          <a:lstStyle/>
          <a:p>
            <a:r>
              <a:rPr lang="da-DK" cap="none" dirty="0"/>
              <a:t>Teknologier brugt til projektet</a:t>
            </a:r>
          </a:p>
        </p:txBody>
      </p:sp>
      <p:sp>
        <p:nvSpPr>
          <p:cNvPr id="3" name="Pladsholder til indhold 2">
            <a:extLst>
              <a:ext uri="{FF2B5EF4-FFF2-40B4-BE49-F238E27FC236}">
                <a16:creationId xmlns:a16="http://schemas.microsoft.com/office/drawing/2014/main" id="{D0706B6E-7A9E-FE7E-1526-B710E3973206}"/>
              </a:ext>
            </a:extLst>
          </p:cNvPr>
          <p:cNvSpPr>
            <a:spLocks noGrp="1"/>
          </p:cNvSpPr>
          <p:nvPr>
            <p:ph idx="1"/>
          </p:nvPr>
        </p:nvSpPr>
        <p:spPr/>
        <p:txBody>
          <a:bodyPr/>
          <a:lstStyle/>
          <a:p>
            <a:r>
              <a:rPr lang="da-DK" b="1" dirty="0"/>
              <a:t>Kodesprog: </a:t>
            </a:r>
            <a:r>
              <a:rPr lang="da-DK" dirty="0"/>
              <a:t>C#, XAML</a:t>
            </a:r>
          </a:p>
          <a:p>
            <a:r>
              <a:rPr lang="da-DK" b="1" dirty="0"/>
              <a:t>Framework: </a:t>
            </a:r>
            <a:r>
              <a:rPr lang="da-DK" dirty="0"/>
              <a:t>.NET, WPF</a:t>
            </a:r>
          </a:p>
          <a:p>
            <a:r>
              <a:rPr lang="da-DK" b="1" dirty="0"/>
              <a:t>Metode: </a:t>
            </a:r>
            <a:r>
              <a:rPr lang="da-DK" dirty="0"/>
              <a:t>Object-</a:t>
            </a:r>
            <a:r>
              <a:rPr lang="da-DK" dirty="0" err="1"/>
              <a:t>Oriented</a:t>
            </a:r>
            <a:r>
              <a:rPr lang="da-DK" dirty="0"/>
              <a:t> Programming (OOP)</a:t>
            </a:r>
          </a:p>
          <a:p>
            <a:r>
              <a:rPr lang="da-DK" b="1" dirty="0" err="1"/>
              <a:t>Frontend</a:t>
            </a:r>
            <a:r>
              <a:rPr lang="da-DK" b="1" dirty="0"/>
              <a:t> UI: </a:t>
            </a:r>
            <a:r>
              <a:rPr lang="da-DK" dirty="0"/>
              <a:t>WPF </a:t>
            </a:r>
            <a:r>
              <a:rPr lang="da-DK" dirty="0" err="1"/>
              <a:t>application</a:t>
            </a:r>
            <a:r>
              <a:rPr lang="da-DK" dirty="0"/>
              <a:t> eller Windows desktop </a:t>
            </a:r>
            <a:r>
              <a:rPr lang="da-DK" dirty="0" err="1"/>
              <a:t>application</a:t>
            </a:r>
            <a:r>
              <a:rPr lang="da-DK" dirty="0"/>
              <a:t>.</a:t>
            </a:r>
            <a:endParaRPr lang="da-DK" b="1" dirty="0"/>
          </a:p>
        </p:txBody>
      </p:sp>
    </p:spTree>
    <p:extLst>
      <p:ext uri="{BB962C8B-B14F-4D97-AF65-F5344CB8AC3E}">
        <p14:creationId xmlns:p14="http://schemas.microsoft.com/office/powerpoint/2010/main" val="4191331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B378E1-4358-66FB-FC4A-73B728ACDAD9}"/>
              </a:ext>
            </a:extLst>
          </p:cNvPr>
          <p:cNvSpPr>
            <a:spLocks noGrp="1"/>
          </p:cNvSpPr>
          <p:nvPr>
            <p:ph type="title"/>
          </p:nvPr>
        </p:nvSpPr>
        <p:spPr/>
        <p:txBody>
          <a:bodyPr/>
          <a:lstStyle/>
          <a:p>
            <a:r>
              <a:rPr lang="da-DK" cap="none" dirty="0"/>
              <a:t>Mine mål for projektet</a:t>
            </a:r>
          </a:p>
        </p:txBody>
      </p:sp>
      <p:sp>
        <p:nvSpPr>
          <p:cNvPr id="3" name="Pladsholder til indhold 2">
            <a:extLst>
              <a:ext uri="{FF2B5EF4-FFF2-40B4-BE49-F238E27FC236}">
                <a16:creationId xmlns:a16="http://schemas.microsoft.com/office/drawing/2014/main" id="{09A040F6-D9CD-419C-121B-EF3F7A5EFFD6}"/>
              </a:ext>
            </a:extLst>
          </p:cNvPr>
          <p:cNvSpPr>
            <a:spLocks noGrp="1"/>
          </p:cNvSpPr>
          <p:nvPr>
            <p:ph idx="1"/>
          </p:nvPr>
        </p:nvSpPr>
        <p:spPr/>
        <p:txBody>
          <a:bodyPr/>
          <a:lstStyle/>
          <a:p>
            <a:r>
              <a:rPr lang="da-DK" b="1" dirty="0"/>
              <a:t>Udvikle et fungerende </a:t>
            </a:r>
            <a:r>
              <a:rPr lang="da-DK" b="1" dirty="0" err="1"/>
              <a:t>Wordle</a:t>
            </a:r>
            <a:r>
              <a:rPr lang="da-DK" b="1" dirty="0"/>
              <a:t>-spil </a:t>
            </a:r>
            <a:r>
              <a:rPr lang="da-DK" dirty="0"/>
              <a:t>– hvor brugeren skal gætte et ord på fem bogstaver inden for seks forsøg</a:t>
            </a:r>
          </a:p>
          <a:p>
            <a:r>
              <a:rPr lang="da-DK" b="1" dirty="0"/>
              <a:t>Lave en brugervenlig </a:t>
            </a:r>
            <a:r>
              <a:rPr lang="da-DK" b="1" dirty="0" err="1"/>
              <a:t>frontend</a:t>
            </a:r>
            <a:r>
              <a:rPr lang="da-DK" b="1" dirty="0"/>
              <a:t> UI </a:t>
            </a:r>
            <a:r>
              <a:rPr lang="da-DK" dirty="0"/>
              <a:t>– med et overskueligt layout, farver og knapper, der gør spillet nemt at bruge.</a:t>
            </a:r>
          </a:p>
          <a:p>
            <a:r>
              <a:rPr lang="da-DK" b="1" dirty="0"/>
              <a:t>Bruge WPF og C# </a:t>
            </a:r>
            <a:r>
              <a:rPr lang="da-DK" dirty="0"/>
              <a:t>- til at opbygge brugergrænsefladen og programmere spillets funktioner.</a:t>
            </a:r>
          </a:p>
          <a:p>
            <a:r>
              <a:rPr lang="da-DK" b="1" dirty="0"/>
              <a:t>Implementere spillets logik</a:t>
            </a:r>
            <a:r>
              <a:rPr lang="da-DK" dirty="0"/>
              <a:t> – så spillet kan kontrollere gæt og vise, om bogstaverne er rigtige, forkerte eller placeret forkert.</a:t>
            </a:r>
          </a:p>
          <a:p>
            <a:r>
              <a:rPr lang="da-DK" b="1" dirty="0"/>
              <a:t>Lære mere om programmering</a:t>
            </a:r>
            <a:r>
              <a:rPr lang="da-DK" dirty="0"/>
              <a:t> – ved at arbejde med brugerinteraktion, fejlhåndtering og opbygning af en desktopapplikation.</a:t>
            </a:r>
          </a:p>
        </p:txBody>
      </p:sp>
    </p:spTree>
    <p:extLst>
      <p:ext uri="{BB962C8B-B14F-4D97-AF65-F5344CB8AC3E}">
        <p14:creationId xmlns:p14="http://schemas.microsoft.com/office/powerpoint/2010/main" val="644798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3C4885-8549-0B90-4752-953428595684}"/>
              </a:ext>
            </a:extLst>
          </p:cNvPr>
          <p:cNvSpPr>
            <a:spLocks noGrp="1"/>
          </p:cNvSpPr>
          <p:nvPr>
            <p:ph type="title"/>
          </p:nvPr>
        </p:nvSpPr>
        <p:spPr>
          <a:xfrm>
            <a:off x="533399" y="715203"/>
            <a:ext cx="11125201" cy="574101"/>
          </a:xfrm>
        </p:spPr>
        <p:txBody>
          <a:bodyPr>
            <a:normAutofit/>
          </a:bodyPr>
          <a:lstStyle/>
          <a:p>
            <a:r>
              <a:rPr lang="da-DK" cap="none" dirty="0"/>
              <a:t>Kode struktur</a:t>
            </a:r>
          </a:p>
        </p:txBody>
      </p:sp>
      <p:sp>
        <p:nvSpPr>
          <p:cNvPr id="3" name="Pladsholder til indhold 2">
            <a:extLst>
              <a:ext uri="{FF2B5EF4-FFF2-40B4-BE49-F238E27FC236}">
                <a16:creationId xmlns:a16="http://schemas.microsoft.com/office/drawing/2014/main" id="{87C335F1-B40E-F9CA-E78B-9AB095BBC794}"/>
              </a:ext>
            </a:extLst>
          </p:cNvPr>
          <p:cNvSpPr>
            <a:spLocks noGrp="1"/>
          </p:cNvSpPr>
          <p:nvPr>
            <p:ph idx="1"/>
          </p:nvPr>
        </p:nvSpPr>
        <p:spPr>
          <a:xfrm>
            <a:off x="292605" y="1390333"/>
            <a:ext cx="2660906" cy="3378703"/>
          </a:xfrm>
          <a:solidFill>
            <a:schemeClr val="bg1"/>
          </a:solidFill>
        </p:spPr>
        <p:txBody>
          <a:bodyPr/>
          <a:lstStyle/>
          <a:p>
            <a:pPr marL="0" indent="0">
              <a:buNone/>
            </a:pPr>
            <a:r>
              <a:rPr lang="da-DK" b="1" dirty="0" err="1"/>
              <a:t>Wordle</a:t>
            </a:r>
            <a:r>
              <a:rPr lang="da-DK" b="1" dirty="0"/>
              <a:t> – </a:t>
            </a:r>
            <a:r>
              <a:rPr lang="da-DK" b="1" dirty="0" err="1"/>
              <a:t>Backend</a:t>
            </a:r>
            <a:endParaRPr lang="da-DK" b="1" dirty="0"/>
          </a:p>
          <a:p>
            <a:pPr marL="0" indent="0">
              <a:spcBef>
                <a:spcPts val="0"/>
              </a:spcBef>
              <a:buNone/>
            </a:pPr>
            <a:r>
              <a:rPr lang="da-DK" dirty="0" err="1"/>
              <a:t>WordleGame</a:t>
            </a:r>
            <a:endParaRPr lang="da-DK" dirty="0"/>
          </a:p>
          <a:p>
            <a:pPr marL="0" indent="0">
              <a:spcBef>
                <a:spcPts val="0"/>
              </a:spcBef>
              <a:buNone/>
            </a:pPr>
            <a:r>
              <a:rPr lang="da-DK" sz="1100" dirty="0"/>
              <a:t>Int </a:t>
            </a:r>
            <a:r>
              <a:rPr lang="da-DK" sz="1100" dirty="0" err="1"/>
              <a:t>Attempts</a:t>
            </a:r>
            <a:endParaRPr lang="da-DK" sz="1100" dirty="0"/>
          </a:p>
          <a:p>
            <a:pPr marL="0" indent="0">
              <a:spcBef>
                <a:spcPts val="0"/>
              </a:spcBef>
              <a:buNone/>
            </a:pPr>
            <a:r>
              <a:rPr lang="da-DK" sz="1100" dirty="0" err="1"/>
              <a:t>Bool</a:t>
            </a:r>
            <a:r>
              <a:rPr lang="da-DK" sz="1100" dirty="0"/>
              <a:t> </a:t>
            </a:r>
            <a:r>
              <a:rPr lang="da-DK" sz="1100" dirty="0" err="1"/>
              <a:t>IsGameOver</a:t>
            </a:r>
            <a:endParaRPr lang="da-DK" sz="1100" dirty="0"/>
          </a:p>
          <a:p>
            <a:pPr marL="0" indent="0">
              <a:spcBef>
                <a:spcPts val="0"/>
              </a:spcBef>
              <a:buNone/>
            </a:pPr>
            <a:r>
              <a:rPr lang="da-DK" sz="1100" dirty="0" err="1"/>
              <a:t>Bool</a:t>
            </a:r>
            <a:r>
              <a:rPr lang="da-DK" sz="1100" dirty="0"/>
              <a:t> </a:t>
            </a:r>
            <a:r>
              <a:rPr lang="da-DK" sz="1100" dirty="0" err="1"/>
              <a:t>HasWon</a:t>
            </a:r>
            <a:endParaRPr lang="da-DK" sz="1100" dirty="0"/>
          </a:p>
          <a:p>
            <a:pPr marL="0" indent="0">
              <a:spcBef>
                <a:spcPts val="0"/>
              </a:spcBef>
              <a:buNone/>
            </a:pPr>
            <a:r>
              <a:rPr lang="da-DK" sz="1100" dirty="0" err="1"/>
              <a:t>WordDatabase</a:t>
            </a:r>
            <a:r>
              <a:rPr lang="da-DK" sz="1100" dirty="0"/>
              <a:t> database</a:t>
            </a:r>
          </a:p>
          <a:p>
            <a:pPr marL="0" indent="0">
              <a:spcBef>
                <a:spcPts val="0"/>
              </a:spcBef>
              <a:buNone/>
            </a:pPr>
            <a:r>
              <a:rPr lang="da-DK" sz="1100" dirty="0"/>
              <a:t>List&lt;</a:t>
            </a:r>
            <a:r>
              <a:rPr lang="da-DK" sz="1100" dirty="0" err="1"/>
              <a:t>string</a:t>
            </a:r>
            <a:r>
              <a:rPr lang="da-DK" sz="1100" dirty="0"/>
              <a:t>&gt; </a:t>
            </a:r>
            <a:r>
              <a:rPr lang="da-DK" sz="1100" dirty="0" err="1"/>
              <a:t>words</a:t>
            </a:r>
            <a:endParaRPr lang="da-DK" sz="1100" dirty="0"/>
          </a:p>
          <a:p>
            <a:pPr marL="0" indent="0">
              <a:spcBef>
                <a:spcPts val="0"/>
              </a:spcBef>
              <a:buNone/>
            </a:pPr>
            <a:r>
              <a:rPr lang="da-DK" sz="1100" dirty="0" err="1"/>
              <a:t>String</a:t>
            </a:r>
            <a:r>
              <a:rPr lang="da-DK" sz="1100" dirty="0"/>
              <a:t> </a:t>
            </a:r>
            <a:r>
              <a:rPr lang="da-DK" sz="1100" dirty="0" err="1"/>
              <a:t>secretWord</a:t>
            </a:r>
            <a:endParaRPr lang="da-DK" sz="1100" dirty="0"/>
          </a:p>
          <a:p>
            <a:pPr marL="0" indent="0">
              <a:spcBef>
                <a:spcPts val="0"/>
              </a:spcBef>
              <a:buNone/>
            </a:pPr>
            <a:r>
              <a:rPr lang="da-DK" sz="1100" dirty="0"/>
              <a:t>Int </a:t>
            </a:r>
            <a:r>
              <a:rPr lang="da-DK" sz="1100" dirty="0" err="1"/>
              <a:t>maxAttempts</a:t>
            </a:r>
            <a:endParaRPr lang="da-DK" sz="1100" dirty="0"/>
          </a:p>
          <a:p>
            <a:pPr marL="0" indent="0">
              <a:spcBef>
                <a:spcPts val="0"/>
              </a:spcBef>
              <a:buNone/>
            </a:pPr>
            <a:r>
              <a:rPr lang="da-DK" sz="1100" dirty="0"/>
              <a:t>List&lt;</a:t>
            </a:r>
            <a:r>
              <a:rPr lang="da-DK" sz="1100" dirty="0" err="1"/>
              <a:t>char</a:t>
            </a:r>
            <a:r>
              <a:rPr lang="da-DK" sz="1100" dirty="0"/>
              <a:t>&gt; </a:t>
            </a:r>
            <a:r>
              <a:rPr lang="da-DK" sz="1100" dirty="0" err="1"/>
              <a:t>excludedLetters</a:t>
            </a:r>
            <a:endParaRPr lang="da-DK" sz="1100" dirty="0"/>
          </a:p>
          <a:p>
            <a:pPr marL="0" indent="0">
              <a:spcBef>
                <a:spcPts val="0"/>
              </a:spcBef>
              <a:buNone/>
            </a:pPr>
            <a:r>
              <a:rPr lang="da-DK" sz="1100" dirty="0" err="1"/>
              <a:t>IReadOnlyList</a:t>
            </a:r>
            <a:r>
              <a:rPr lang="da-DK" sz="1100" dirty="0"/>
              <a:t>&lt;</a:t>
            </a:r>
            <a:r>
              <a:rPr lang="da-DK" sz="1100" dirty="0" err="1"/>
              <a:t>char</a:t>
            </a:r>
            <a:r>
              <a:rPr lang="da-DK" sz="1100" dirty="0"/>
              <a:t>&gt; </a:t>
            </a:r>
            <a:r>
              <a:rPr lang="da-DK" sz="1100" dirty="0" err="1"/>
              <a:t>ExcludedLetters</a:t>
            </a:r>
            <a:endParaRPr lang="da-DK" sz="1100" dirty="0"/>
          </a:p>
          <a:p>
            <a:pPr marL="0" indent="0">
              <a:spcBef>
                <a:spcPts val="0"/>
              </a:spcBef>
              <a:buNone/>
            </a:pPr>
            <a:r>
              <a:rPr lang="da-DK" sz="1100" dirty="0"/>
              <a:t>List&lt;</a:t>
            </a:r>
            <a:r>
              <a:rPr lang="da-DK" sz="1100" dirty="0" err="1"/>
              <a:t>GuessResult</a:t>
            </a:r>
            <a:r>
              <a:rPr lang="da-DK" sz="1100" dirty="0"/>
              <a:t>&gt; </a:t>
            </a:r>
            <a:r>
              <a:rPr lang="da-DK" sz="1100" dirty="0" err="1"/>
              <a:t>guesses</a:t>
            </a:r>
            <a:endParaRPr lang="da-DK" sz="1100" dirty="0"/>
          </a:p>
          <a:p>
            <a:pPr marL="0" indent="0">
              <a:spcBef>
                <a:spcPts val="0"/>
              </a:spcBef>
              <a:buNone/>
            </a:pPr>
            <a:r>
              <a:rPr lang="da-DK" sz="1100" dirty="0" err="1"/>
              <a:t>IReadOnlyList</a:t>
            </a:r>
            <a:r>
              <a:rPr lang="da-DK" sz="1100" dirty="0"/>
              <a:t>&lt;</a:t>
            </a:r>
            <a:r>
              <a:rPr lang="da-DK" sz="1100" dirty="0" err="1"/>
              <a:t>GuessResult</a:t>
            </a:r>
            <a:r>
              <a:rPr lang="da-DK" sz="1100" dirty="0"/>
              <a:t>&gt; </a:t>
            </a:r>
            <a:r>
              <a:rPr lang="da-DK" sz="1100" dirty="0" err="1"/>
              <a:t>Guesses</a:t>
            </a:r>
            <a:endParaRPr lang="da-DK" sz="1100" dirty="0"/>
          </a:p>
          <a:p>
            <a:pPr marL="0" indent="0">
              <a:spcBef>
                <a:spcPts val="0"/>
              </a:spcBef>
              <a:buNone/>
            </a:pPr>
            <a:r>
              <a:rPr lang="da-DK" sz="1100" dirty="0"/>
              <a:t>Int </a:t>
            </a:r>
            <a:r>
              <a:rPr lang="da-DK" sz="1100" dirty="0" err="1"/>
              <a:t>MaxAttempts</a:t>
            </a:r>
            <a:endParaRPr lang="da-DK" sz="1100" dirty="0"/>
          </a:p>
          <a:p>
            <a:pPr marL="0" indent="0">
              <a:spcBef>
                <a:spcPts val="0"/>
              </a:spcBef>
              <a:buNone/>
            </a:pPr>
            <a:r>
              <a:rPr lang="da-DK" sz="1100" dirty="0"/>
              <a:t>Int </a:t>
            </a:r>
            <a:r>
              <a:rPr lang="da-DK" sz="1100" dirty="0" err="1"/>
              <a:t>WordLength</a:t>
            </a:r>
            <a:endParaRPr lang="da-DK" sz="1100" dirty="0"/>
          </a:p>
          <a:p>
            <a:pPr marL="0" indent="0">
              <a:spcBef>
                <a:spcPts val="0"/>
              </a:spcBef>
              <a:buNone/>
            </a:pPr>
            <a:r>
              <a:rPr lang="da-DK" sz="1100" dirty="0" err="1"/>
              <a:t>WordleGame</a:t>
            </a:r>
            <a:r>
              <a:rPr lang="da-DK" sz="1100" dirty="0"/>
              <a:t>() {</a:t>
            </a:r>
            <a:r>
              <a:rPr lang="da-DK" sz="1100" dirty="0" err="1"/>
              <a:t>NewGame</a:t>
            </a:r>
            <a:r>
              <a:rPr lang="da-DK" sz="1100" dirty="0"/>
              <a:t>();}</a:t>
            </a:r>
          </a:p>
          <a:p>
            <a:pPr marL="0" indent="0">
              <a:spcBef>
                <a:spcPts val="0"/>
              </a:spcBef>
              <a:buNone/>
            </a:pPr>
            <a:endParaRPr lang="da-DK" sz="1100" dirty="0"/>
          </a:p>
          <a:p>
            <a:pPr marL="0" indent="0">
              <a:spcBef>
                <a:spcPts val="0"/>
              </a:spcBef>
              <a:buNone/>
            </a:pPr>
            <a:r>
              <a:rPr lang="da-DK" sz="1100" dirty="0" err="1"/>
              <a:t>LetterResult</a:t>
            </a:r>
            <a:r>
              <a:rPr lang="da-DK" sz="1100" dirty="0"/>
              <a:t>[] </a:t>
            </a:r>
            <a:r>
              <a:rPr lang="da-DK" sz="1100" dirty="0" err="1"/>
              <a:t>CheckGuess</a:t>
            </a:r>
            <a:r>
              <a:rPr lang="da-DK" sz="1100" dirty="0"/>
              <a:t>()</a:t>
            </a:r>
          </a:p>
          <a:p>
            <a:pPr marL="0" indent="0">
              <a:spcBef>
                <a:spcPts val="0"/>
              </a:spcBef>
              <a:buNone/>
            </a:pPr>
            <a:r>
              <a:rPr lang="da-DK" sz="1100" dirty="0" err="1"/>
              <a:t>Void</a:t>
            </a:r>
            <a:r>
              <a:rPr lang="da-DK" sz="1100" dirty="0"/>
              <a:t> </a:t>
            </a:r>
            <a:r>
              <a:rPr lang="da-DK" sz="1100" dirty="0" err="1"/>
              <a:t>UpdateExcludedLetters</a:t>
            </a:r>
            <a:r>
              <a:rPr lang="da-DK" sz="1100" dirty="0"/>
              <a:t>()</a:t>
            </a:r>
          </a:p>
          <a:p>
            <a:pPr marL="0" indent="0">
              <a:spcBef>
                <a:spcPts val="0"/>
              </a:spcBef>
              <a:buNone/>
            </a:pPr>
            <a:r>
              <a:rPr lang="da-DK" sz="1100" dirty="0" err="1"/>
              <a:t>LetterResult</a:t>
            </a:r>
            <a:r>
              <a:rPr lang="da-DK" sz="1100" dirty="0"/>
              <a:t>[] </a:t>
            </a:r>
            <a:r>
              <a:rPr lang="da-DK" sz="1100" dirty="0" err="1"/>
              <a:t>MakeGuess</a:t>
            </a:r>
            <a:r>
              <a:rPr lang="da-DK" sz="1100" dirty="0"/>
              <a:t>()</a:t>
            </a:r>
          </a:p>
          <a:p>
            <a:pPr marL="0" indent="0">
              <a:spcBef>
                <a:spcPts val="0"/>
              </a:spcBef>
              <a:buNone/>
            </a:pPr>
            <a:r>
              <a:rPr lang="da-DK" sz="1100" dirty="0" err="1"/>
              <a:t>Void</a:t>
            </a:r>
            <a:r>
              <a:rPr lang="da-DK" sz="1100" dirty="0"/>
              <a:t> </a:t>
            </a:r>
            <a:r>
              <a:rPr lang="da-DK" sz="1100" dirty="0" err="1"/>
              <a:t>NewGame</a:t>
            </a:r>
            <a:r>
              <a:rPr lang="da-DK" sz="1100" dirty="0"/>
              <a:t>()</a:t>
            </a:r>
          </a:p>
        </p:txBody>
      </p:sp>
      <p:sp>
        <p:nvSpPr>
          <p:cNvPr id="4" name="Pladsholder til indhold 2">
            <a:extLst>
              <a:ext uri="{FF2B5EF4-FFF2-40B4-BE49-F238E27FC236}">
                <a16:creationId xmlns:a16="http://schemas.microsoft.com/office/drawing/2014/main" id="{1C790F47-C9F2-DD9F-C0A5-5411CBF3BED2}"/>
              </a:ext>
            </a:extLst>
          </p:cNvPr>
          <p:cNvSpPr txBox="1">
            <a:spLocks/>
          </p:cNvSpPr>
          <p:nvPr/>
        </p:nvSpPr>
        <p:spPr>
          <a:xfrm>
            <a:off x="6519669" y="897609"/>
            <a:ext cx="2718817" cy="5781869"/>
          </a:xfrm>
          <a:prstGeom prst="rect">
            <a:avLst/>
          </a:prstGeom>
          <a:solidFill>
            <a:schemeClr val="bg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a-DK" b="1" dirty="0" err="1"/>
              <a:t>WordleWPF</a:t>
            </a:r>
            <a:r>
              <a:rPr lang="da-DK" b="1" dirty="0"/>
              <a:t> – </a:t>
            </a:r>
            <a:r>
              <a:rPr lang="da-DK" b="1" dirty="0" err="1"/>
              <a:t>Frontend-Logic</a:t>
            </a:r>
            <a:endParaRPr lang="da-DK" b="1" dirty="0"/>
          </a:p>
          <a:p>
            <a:pPr marL="0" indent="0">
              <a:spcBef>
                <a:spcPts val="0"/>
              </a:spcBef>
              <a:buFont typeface="Arial" panose="020B0604020202020204" pitchFamily="34" charset="0"/>
              <a:buNone/>
            </a:pPr>
            <a:r>
              <a:rPr lang="da-DK" dirty="0" err="1"/>
              <a:t>MainWindow</a:t>
            </a:r>
            <a:endParaRPr lang="da-DK" dirty="0"/>
          </a:p>
          <a:p>
            <a:pPr marL="0" indent="0">
              <a:spcBef>
                <a:spcPts val="0"/>
              </a:spcBef>
              <a:buFont typeface="Arial" panose="020B0604020202020204" pitchFamily="34" charset="0"/>
              <a:buNone/>
            </a:pPr>
            <a:r>
              <a:rPr lang="da-DK" sz="1200" dirty="0" err="1"/>
              <a:t>WordleGame</a:t>
            </a:r>
            <a:r>
              <a:rPr lang="da-DK" sz="1200" dirty="0"/>
              <a:t> game</a:t>
            </a:r>
          </a:p>
          <a:p>
            <a:pPr marL="0" indent="0">
              <a:spcBef>
                <a:spcPts val="0"/>
              </a:spcBef>
              <a:buFont typeface="Arial" panose="020B0604020202020204" pitchFamily="34" charset="0"/>
              <a:buNone/>
            </a:pPr>
            <a:r>
              <a:rPr lang="da-DK" sz="1200" dirty="0"/>
              <a:t>Int </a:t>
            </a:r>
            <a:r>
              <a:rPr lang="da-DK" sz="1200" dirty="0" err="1"/>
              <a:t>currentColumn</a:t>
            </a:r>
            <a:endParaRPr lang="da-DK" sz="1200" dirty="0"/>
          </a:p>
          <a:p>
            <a:pPr marL="0" indent="0">
              <a:spcBef>
                <a:spcPts val="0"/>
              </a:spcBef>
              <a:buFont typeface="Arial" panose="020B0604020202020204" pitchFamily="34" charset="0"/>
              <a:buNone/>
            </a:pPr>
            <a:r>
              <a:rPr lang="da-DK" sz="1200" dirty="0"/>
              <a:t>Int </a:t>
            </a:r>
            <a:r>
              <a:rPr lang="da-DK" sz="1200" dirty="0" err="1"/>
              <a:t>currentRow</a:t>
            </a:r>
            <a:endParaRPr lang="da-DK" sz="1200" dirty="0"/>
          </a:p>
          <a:p>
            <a:pPr marL="0" indent="0">
              <a:spcBef>
                <a:spcPts val="0"/>
              </a:spcBef>
              <a:buFont typeface="Arial" panose="020B0604020202020204" pitchFamily="34" charset="0"/>
              <a:buNone/>
            </a:pPr>
            <a:r>
              <a:rPr lang="da-DK" sz="1200" dirty="0" err="1"/>
              <a:t>Bool</a:t>
            </a:r>
            <a:r>
              <a:rPr lang="da-DK" sz="1200" dirty="0"/>
              <a:t> </a:t>
            </a:r>
            <a:r>
              <a:rPr lang="da-DK" sz="1200" dirty="0" err="1"/>
              <a:t>isAnimating</a:t>
            </a:r>
            <a:endParaRPr lang="da-DK" sz="1200" dirty="0"/>
          </a:p>
          <a:p>
            <a:pPr marL="0" indent="0">
              <a:spcBef>
                <a:spcPts val="0"/>
              </a:spcBef>
              <a:buFont typeface="Arial" panose="020B0604020202020204" pitchFamily="34" charset="0"/>
              <a:buNone/>
            </a:pPr>
            <a:r>
              <a:rPr lang="da-DK" sz="1200" dirty="0" err="1"/>
              <a:t>MediaPlayer</a:t>
            </a:r>
            <a:r>
              <a:rPr lang="da-DK" sz="1200" dirty="0"/>
              <a:t> </a:t>
            </a:r>
            <a:r>
              <a:rPr lang="da-DK" sz="1200" dirty="0" err="1"/>
              <a:t>backgroundMusic</a:t>
            </a:r>
            <a:endParaRPr lang="da-DK" sz="1200" dirty="0"/>
          </a:p>
          <a:p>
            <a:pPr marL="0" indent="0">
              <a:spcBef>
                <a:spcPts val="0"/>
              </a:spcBef>
              <a:buFont typeface="Arial" panose="020B0604020202020204" pitchFamily="34" charset="0"/>
              <a:buNone/>
            </a:pPr>
            <a:r>
              <a:rPr lang="da-DK" sz="1200" dirty="0" err="1"/>
              <a:t>Bool</a:t>
            </a:r>
            <a:r>
              <a:rPr lang="da-DK" sz="1200" dirty="0"/>
              <a:t> </a:t>
            </a:r>
            <a:r>
              <a:rPr lang="da-DK" sz="1200" dirty="0" err="1"/>
              <a:t>isMusicEnabled</a:t>
            </a:r>
            <a:endParaRPr lang="da-DK" sz="1200" dirty="0"/>
          </a:p>
          <a:p>
            <a:pPr marL="0" indent="0">
              <a:spcBef>
                <a:spcPts val="0"/>
              </a:spcBef>
              <a:buFont typeface="Arial" panose="020B0604020202020204" pitchFamily="34" charset="0"/>
              <a:buNone/>
            </a:pPr>
            <a:r>
              <a:rPr lang="da-DK" sz="1200" dirty="0" err="1"/>
              <a:t>MainWindow</a:t>
            </a:r>
            <a:r>
              <a:rPr lang="da-DK" sz="1200" dirty="0"/>
              <a:t>() {}</a:t>
            </a:r>
          </a:p>
          <a:p>
            <a:pPr marL="0" indent="0">
              <a:spcBef>
                <a:spcPts val="0"/>
              </a:spcBef>
              <a:buFont typeface="Arial" panose="020B0604020202020204" pitchFamily="34" charset="0"/>
              <a:buNone/>
            </a:pPr>
            <a:endParaRPr lang="da-DK" sz="1200" dirty="0"/>
          </a:p>
          <a:p>
            <a:pPr marL="0" indent="0">
              <a:spcBef>
                <a:spcPts val="0"/>
              </a:spcBef>
              <a:buFont typeface="Arial" panose="020B0604020202020204" pitchFamily="34" charset="0"/>
              <a:buNone/>
            </a:pPr>
            <a:r>
              <a:rPr lang="da-DK" sz="1200" dirty="0" err="1"/>
              <a:t>Void</a:t>
            </a:r>
            <a:r>
              <a:rPr lang="da-DK" sz="1200" dirty="0"/>
              <a:t> </a:t>
            </a:r>
            <a:r>
              <a:rPr lang="da-DK" sz="1200" dirty="0" err="1"/>
              <a:t>CreateBoard</a:t>
            </a:r>
            <a:r>
              <a:rPr lang="da-DK" sz="1200" dirty="0"/>
              <a:t>()</a:t>
            </a:r>
          </a:p>
          <a:p>
            <a:pPr marL="0" indent="0">
              <a:spcBef>
                <a:spcPts val="0"/>
              </a:spcBef>
              <a:buFont typeface="Arial" panose="020B0604020202020204" pitchFamily="34" charset="0"/>
              <a:buNone/>
            </a:pPr>
            <a:r>
              <a:rPr lang="da-DK" sz="1200" dirty="0" err="1"/>
              <a:t>Async</a:t>
            </a:r>
            <a:r>
              <a:rPr lang="da-DK" sz="1200" dirty="0"/>
              <a:t> </a:t>
            </a:r>
            <a:r>
              <a:rPr lang="da-DK" sz="1200" dirty="0" err="1"/>
              <a:t>void</a:t>
            </a:r>
            <a:r>
              <a:rPr lang="da-DK" sz="1200" dirty="0"/>
              <a:t> </a:t>
            </a:r>
            <a:r>
              <a:rPr lang="da-DK" sz="1200" dirty="0" err="1"/>
              <a:t>MainWindow_PreviewKeyDown</a:t>
            </a:r>
            <a:r>
              <a:rPr lang="da-DK" sz="1200" dirty="0"/>
              <a:t>()</a:t>
            </a:r>
          </a:p>
          <a:p>
            <a:pPr marL="0" indent="0">
              <a:spcBef>
                <a:spcPts val="0"/>
              </a:spcBef>
              <a:buFont typeface="Arial" panose="020B0604020202020204" pitchFamily="34" charset="0"/>
              <a:buNone/>
            </a:pPr>
            <a:r>
              <a:rPr lang="da-DK" sz="1200" dirty="0" err="1"/>
              <a:t>Async</a:t>
            </a:r>
            <a:r>
              <a:rPr lang="da-DK" sz="1200" dirty="0"/>
              <a:t> </a:t>
            </a:r>
            <a:r>
              <a:rPr lang="da-DK" sz="1200" dirty="0" err="1"/>
              <a:t>void</a:t>
            </a:r>
            <a:r>
              <a:rPr lang="da-DK" sz="1200" dirty="0"/>
              <a:t> </a:t>
            </a:r>
            <a:r>
              <a:rPr lang="da-DK" sz="1200" dirty="0" err="1"/>
              <a:t>KeyboardButton_Click</a:t>
            </a:r>
            <a:r>
              <a:rPr lang="da-DK" sz="1200" dirty="0"/>
              <a:t>()</a:t>
            </a:r>
          </a:p>
          <a:p>
            <a:pPr marL="0" indent="0">
              <a:spcBef>
                <a:spcPts val="0"/>
              </a:spcBef>
              <a:buFont typeface="Arial" panose="020B0604020202020204" pitchFamily="34" charset="0"/>
              <a:buNone/>
            </a:pPr>
            <a:r>
              <a:rPr lang="da-DK" sz="1200" dirty="0" err="1"/>
              <a:t>Void</a:t>
            </a:r>
            <a:r>
              <a:rPr lang="da-DK" sz="1200" dirty="0"/>
              <a:t> </a:t>
            </a:r>
            <a:r>
              <a:rPr lang="da-DK" sz="1200" dirty="0" err="1"/>
              <a:t>AddLetter</a:t>
            </a:r>
            <a:r>
              <a:rPr lang="da-DK" sz="1200" dirty="0"/>
              <a:t>()</a:t>
            </a:r>
          </a:p>
          <a:p>
            <a:pPr marL="0" indent="0">
              <a:spcBef>
                <a:spcPts val="0"/>
              </a:spcBef>
              <a:buFont typeface="Arial" panose="020B0604020202020204" pitchFamily="34" charset="0"/>
              <a:buNone/>
            </a:pPr>
            <a:r>
              <a:rPr lang="da-DK" sz="1200" dirty="0" err="1"/>
              <a:t>Void</a:t>
            </a:r>
            <a:r>
              <a:rPr lang="da-DK" sz="1200" dirty="0"/>
              <a:t> </a:t>
            </a:r>
            <a:r>
              <a:rPr lang="da-DK" sz="1200" dirty="0" err="1"/>
              <a:t>RemoveLetter</a:t>
            </a:r>
            <a:r>
              <a:rPr lang="da-DK" sz="1200" dirty="0"/>
              <a:t>()</a:t>
            </a:r>
          </a:p>
          <a:p>
            <a:pPr marL="0" indent="0">
              <a:spcBef>
                <a:spcPts val="0"/>
              </a:spcBef>
              <a:buFont typeface="Arial" panose="020B0604020202020204" pitchFamily="34" charset="0"/>
              <a:buNone/>
            </a:pPr>
            <a:r>
              <a:rPr lang="da-DK" sz="1200" dirty="0" err="1"/>
              <a:t>String</a:t>
            </a:r>
            <a:r>
              <a:rPr lang="da-DK" sz="1200" dirty="0"/>
              <a:t> </a:t>
            </a:r>
            <a:r>
              <a:rPr lang="da-DK" sz="1200" dirty="0" err="1"/>
              <a:t>GetCurrentGuess</a:t>
            </a:r>
            <a:r>
              <a:rPr lang="da-DK" sz="1200" dirty="0"/>
              <a:t>()</a:t>
            </a:r>
          </a:p>
          <a:p>
            <a:pPr marL="0" indent="0">
              <a:spcBef>
                <a:spcPts val="0"/>
              </a:spcBef>
              <a:buFont typeface="Arial" panose="020B0604020202020204" pitchFamily="34" charset="0"/>
              <a:buNone/>
            </a:pPr>
            <a:r>
              <a:rPr lang="da-DK" sz="1200" dirty="0" err="1"/>
              <a:t>Async</a:t>
            </a:r>
            <a:r>
              <a:rPr lang="da-DK" sz="1200" dirty="0"/>
              <a:t> Task </a:t>
            </a:r>
            <a:r>
              <a:rPr lang="da-DK" sz="1200" dirty="0" err="1"/>
              <a:t>SubmitGuess</a:t>
            </a:r>
            <a:r>
              <a:rPr lang="da-DK" sz="1200" dirty="0"/>
              <a:t>()</a:t>
            </a:r>
          </a:p>
          <a:p>
            <a:pPr marL="0" indent="0">
              <a:spcBef>
                <a:spcPts val="0"/>
              </a:spcBef>
              <a:buFont typeface="Arial" panose="020B0604020202020204" pitchFamily="34" charset="0"/>
              <a:buNone/>
            </a:pPr>
            <a:r>
              <a:rPr lang="da-DK" sz="1200" dirty="0" err="1"/>
              <a:t>Async</a:t>
            </a:r>
            <a:r>
              <a:rPr lang="da-DK" sz="1200" dirty="0"/>
              <a:t> Task </a:t>
            </a:r>
            <a:r>
              <a:rPr lang="da-DK" sz="1200" dirty="0" err="1"/>
              <a:t>DisplayGuess</a:t>
            </a:r>
            <a:r>
              <a:rPr lang="da-DK" sz="1200" dirty="0"/>
              <a:t>()</a:t>
            </a:r>
          </a:p>
          <a:p>
            <a:pPr marL="0" indent="0">
              <a:spcBef>
                <a:spcPts val="0"/>
              </a:spcBef>
              <a:buFont typeface="Arial" panose="020B0604020202020204" pitchFamily="34" charset="0"/>
              <a:buNone/>
            </a:pPr>
            <a:r>
              <a:rPr lang="da-DK" sz="1200" dirty="0" err="1"/>
              <a:t>Statis</a:t>
            </a:r>
            <a:r>
              <a:rPr lang="da-DK" sz="1200" dirty="0"/>
              <a:t> </a:t>
            </a:r>
            <a:r>
              <a:rPr lang="da-DK" sz="1200" dirty="0" err="1"/>
              <a:t>async</a:t>
            </a:r>
            <a:r>
              <a:rPr lang="da-DK" sz="1200" dirty="0"/>
              <a:t> Task </a:t>
            </a:r>
            <a:r>
              <a:rPr lang="da-DK" sz="1200" dirty="0" err="1"/>
              <a:t>AnimateTileWithDelay</a:t>
            </a:r>
            <a:r>
              <a:rPr lang="da-DK" sz="1200" dirty="0"/>
              <a:t>()</a:t>
            </a:r>
          </a:p>
          <a:p>
            <a:pPr marL="0" indent="0">
              <a:spcBef>
                <a:spcPts val="0"/>
              </a:spcBef>
              <a:buFont typeface="Arial" panose="020B0604020202020204" pitchFamily="34" charset="0"/>
              <a:buNone/>
            </a:pPr>
            <a:r>
              <a:rPr lang="da-DK" sz="1200" dirty="0" err="1"/>
              <a:t>Void</a:t>
            </a:r>
            <a:r>
              <a:rPr lang="da-DK" sz="1200" dirty="0"/>
              <a:t> </a:t>
            </a:r>
            <a:r>
              <a:rPr lang="da-DK" sz="1200" dirty="0" err="1"/>
              <a:t>UpdateKeyboard</a:t>
            </a:r>
            <a:r>
              <a:rPr lang="da-DK" sz="1200" dirty="0"/>
              <a:t>()</a:t>
            </a:r>
          </a:p>
          <a:p>
            <a:pPr marL="0" indent="0">
              <a:spcBef>
                <a:spcPts val="0"/>
              </a:spcBef>
              <a:buFont typeface="Arial" panose="020B0604020202020204" pitchFamily="34" charset="0"/>
              <a:buNone/>
            </a:pPr>
            <a:r>
              <a:rPr lang="da-DK" sz="1200" dirty="0"/>
              <a:t>Button? </a:t>
            </a:r>
            <a:r>
              <a:rPr lang="da-DK" sz="1200" dirty="0" err="1"/>
              <a:t>FindKeyboardButton</a:t>
            </a:r>
            <a:r>
              <a:rPr lang="da-DK" sz="1200" dirty="0"/>
              <a:t>()</a:t>
            </a:r>
          </a:p>
          <a:p>
            <a:pPr marL="0" indent="0">
              <a:spcBef>
                <a:spcPts val="0"/>
              </a:spcBef>
              <a:buFont typeface="Arial" panose="020B0604020202020204" pitchFamily="34" charset="0"/>
              <a:buNone/>
            </a:pPr>
            <a:r>
              <a:rPr lang="da-DK" sz="1200" dirty="0" err="1"/>
              <a:t>Static</a:t>
            </a:r>
            <a:r>
              <a:rPr lang="da-DK" sz="1200" dirty="0"/>
              <a:t> </a:t>
            </a:r>
            <a:r>
              <a:rPr lang="da-DK" sz="1200" dirty="0" err="1"/>
              <a:t>Ienumerable</a:t>
            </a:r>
            <a:r>
              <a:rPr lang="da-DK" sz="1200" dirty="0"/>
              <a:t>&lt;</a:t>
            </a:r>
            <a:r>
              <a:rPr lang="da-DK" sz="1200" dirty="0" err="1"/>
              <a:t>DependencyObject</a:t>
            </a:r>
            <a:r>
              <a:rPr lang="da-DK" sz="1200" dirty="0"/>
              <a:t>&gt; </a:t>
            </a:r>
            <a:r>
              <a:rPr lang="da-DK" sz="1200" dirty="0" err="1"/>
              <a:t>GetVisualChildren</a:t>
            </a:r>
            <a:r>
              <a:rPr lang="da-DK" sz="1200" dirty="0"/>
              <a:t>()</a:t>
            </a:r>
          </a:p>
          <a:p>
            <a:pPr marL="0" indent="0">
              <a:spcBef>
                <a:spcPts val="0"/>
              </a:spcBef>
              <a:buFont typeface="Arial" panose="020B0604020202020204" pitchFamily="34" charset="0"/>
              <a:buNone/>
            </a:pPr>
            <a:r>
              <a:rPr lang="da-DK" sz="1200" dirty="0" err="1"/>
              <a:t>Void</a:t>
            </a:r>
            <a:r>
              <a:rPr lang="da-DK" sz="1200" dirty="0"/>
              <a:t> </a:t>
            </a:r>
            <a:r>
              <a:rPr lang="da-DK" sz="1200" dirty="0" err="1"/>
              <a:t>ResetKeyboard</a:t>
            </a:r>
            <a:endParaRPr lang="da-DK" sz="1200" dirty="0"/>
          </a:p>
          <a:p>
            <a:pPr marL="0" indent="0">
              <a:spcBef>
                <a:spcPts val="0"/>
              </a:spcBef>
              <a:buFont typeface="Arial" panose="020B0604020202020204" pitchFamily="34" charset="0"/>
              <a:buNone/>
            </a:pPr>
            <a:r>
              <a:rPr lang="da-DK" sz="1200" dirty="0" err="1"/>
              <a:t>Static</a:t>
            </a:r>
            <a:r>
              <a:rPr lang="da-DK" sz="1200" dirty="0"/>
              <a:t> </a:t>
            </a:r>
            <a:r>
              <a:rPr lang="da-DK" sz="1200" dirty="0" err="1"/>
              <a:t>async</a:t>
            </a:r>
            <a:r>
              <a:rPr lang="da-DK" sz="1200" dirty="0"/>
              <a:t> Task </a:t>
            </a:r>
            <a:r>
              <a:rPr lang="da-DK" sz="1200" dirty="0" err="1"/>
              <a:t>AnimateTileFlip</a:t>
            </a:r>
            <a:r>
              <a:rPr lang="da-DK" sz="1200" dirty="0"/>
              <a:t>()</a:t>
            </a:r>
          </a:p>
          <a:p>
            <a:pPr marL="0" indent="0">
              <a:spcBef>
                <a:spcPts val="0"/>
              </a:spcBef>
              <a:buFont typeface="Arial" panose="020B0604020202020204" pitchFamily="34" charset="0"/>
              <a:buNone/>
            </a:pPr>
            <a:r>
              <a:rPr lang="da-DK" sz="1200" dirty="0" err="1"/>
              <a:t>Static</a:t>
            </a:r>
            <a:r>
              <a:rPr lang="da-DK" sz="1200" dirty="0"/>
              <a:t> </a:t>
            </a:r>
            <a:r>
              <a:rPr lang="da-DK" sz="1200" dirty="0" err="1"/>
              <a:t>void</a:t>
            </a:r>
            <a:r>
              <a:rPr lang="da-DK" sz="1200" dirty="0"/>
              <a:t> </a:t>
            </a:r>
            <a:r>
              <a:rPr lang="da-DK" sz="1200" dirty="0" err="1"/>
              <a:t>AnimateLetterPop</a:t>
            </a:r>
            <a:r>
              <a:rPr lang="da-DK" sz="1200" dirty="0"/>
              <a:t>()</a:t>
            </a:r>
          </a:p>
          <a:p>
            <a:pPr marL="0" indent="0">
              <a:spcBef>
                <a:spcPts val="0"/>
              </a:spcBef>
              <a:buFont typeface="Arial" panose="020B0604020202020204" pitchFamily="34" charset="0"/>
              <a:buNone/>
            </a:pPr>
            <a:r>
              <a:rPr lang="da-DK" sz="1200" dirty="0" err="1"/>
              <a:t>Async</a:t>
            </a:r>
            <a:r>
              <a:rPr lang="da-DK" sz="1200" dirty="0"/>
              <a:t> Task </a:t>
            </a:r>
            <a:r>
              <a:rPr lang="da-DK" sz="1200" dirty="0" err="1"/>
              <a:t>AnimateWinningRow</a:t>
            </a:r>
            <a:r>
              <a:rPr lang="da-DK" sz="1200" dirty="0"/>
              <a:t>()</a:t>
            </a:r>
          </a:p>
          <a:p>
            <a:pPr marL="0" indent="0">
              <a:spcBef>
                <a:spcPts val="0"/>
              </a:spcBef>
              <a:buFont typeface="Arial" panose="020B0604020202020204" pitchFamily="34" charset="0"/>
              <a:buNone/>
            </a:pPr>
            <a:r>
              <a:rPr lang="da-DK" sz="1200" dirty="0" err="1"/>
              <a:t>Void</a:t>
            </a:r>
            <a:r>
              <a:rPr lang="da-DK" sz="1200" dirty="0"/>
              <a:t> </a:t>
            </a:r>
            <a:r>
              <a:rPr lang="da-DK" sz="1200" dirty="0" err="1"/>
              <a:t>StartBackgroundMusic</a:t>
            </a:r>
            <a:r>
              <a:rPr lang="da-DK" sz="1200" dirty="0"/>
              <a:t>()</a:t>
            </a:r>
          </a:p>
          <a:p>
            <a:pPr marL="0" indent="0">
              <a:spcBef>
                <a:spcPts val="0"/>
              </a:spcBef>
              <a:buFont typeface="Arial" panose="020B0604020202020204" pitchFamily="34" charset="0"/>
              <a:buNone/>
            </a:pPr>
            <a:r>
              <a:rPr lang="da-DK" sz="1200" dirty="0" err="1"/>
              <a:t>Void</a:t>
            </a:r>
            <a:r>
              <a:rPr lang="da-DK" sz="1200" dirty="0"/>
              <a:t> </a:t>
            </a:r>
            <a:r>
              <a:rPr lang="da-DK" sz="1200" dirty="0" err="1"/>
              <a:t>OnClosed</a:t>
            </a:r>
            <a:r>
              <a:rPr lang="da-DK" sz="1200" dirty="0"/>
              <a:t>()</a:t>
            </a:r>
          </a:p>
          <a:p>
            <a:pPr marL="0" indent="0">
              <a:spcBef>
                <a:spcPts val="0"/>
              </a:spcBef>
              <a:buFont typeface="Arial" panose="020B0604020202020204" pitchFamily="34" charset="0"/>
              <a:buNone/>
            </a:pPr>
            <a:r>
              <a:rPr lang="da-DK" sz="1200" dirty="0" err="1"/>
              <a:t>Void</a:t>
            </a:r>
            <a:r>
              <a:rPr lang="da-DK" sz="1200" dirty="0"/>
              <a:t> </a:t>
            </a:r>
            <a:r>
              <a:rPr lang="da-DK" sz="1200" dirty="0" err="1"/>
              <a:t>MusicButton_Click</a:t>
            </a:r>
            <a:r>
              <a:rPr lang="da-DK" sz="1200" dirty="0"/>
              <a:t>()</a:t>
            </a:r>
          </a:p>
          <a:p>
            <a:pPr marL="0" indent="0">
              <a:spcBef>
                <a:spcPts val="0"/>
              </a:spcBef>
              <a:buFont typeface="Arial" panose="020B0604020202020204" pitchFamily="34" charset="0"/>
              <a:buNone/>
            </a:pPr>
            <a:r>
              <a:rPr lang="da-DK" sz="1200" dirty="0" err="1"/>
              <a:t>Void</a:t>
            </a:r>
            <a:r>
              <a:rPr lang="da-DK" sz="1200" dirty="0"/>
              <a:t> </a:t>
            </a:r>
            <a:r>
              <a:rPr lang="da-DK" sz="1200" dirty="0" err="1"/>
              <a:t>NewGameButton_Click</a:t>
            </a:r>
            <a:r>
              <a:rPr lang="da-DK" sz="1200" dirty="0"/>
              <a:t>()</a:t>
            </a:r>
          </a:p>
        </p:txBody>
      </p:sp>
      <p:sp>
        <p:nvSpPr>
          <p:cNvPr id="7" name="Pladsholder til indhold 2">
            <a:extLst>
              <a:ext uri="{FF2B5EF4-FFF2-40B4-BE49-F238E27FC236}">
                <a16:creationId xmlns:a16="http://schemas.microsoft.com/office/drawing/2014/main" id="{EDF2A2E7-4166-0DE4-27EB-4AB91A06B757}"/>
              </a:ext>
            </a:extLst>
          </p:cNvPr>
          <p:cNvSpPr txBox="1">
            <a:spLocks/>
          </p:cNvSpPr>
          <p:nvPr/>
        </p:nvSpPr>
        <p:spPr>
          <a:xfrm>
            <a:off x="9497565" y="1584647"/>
            <a:ext cx="2624329" cy="4210100"/>
          </a:xfrm>
          <a:prstGeom prst="rect">
            <a:avLst/>
          </a:prstGeom>
          <a:solidFill>
            <a:schemeClr val="bg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a-DK" b="1" dirty="0" err="1"/>
              <a:t>WordleWPF</a:t>
            </a:r>
            <a:r>
              <a:rPr lang="da-DK" b="1" dirty="0"/>
              <a:t> – </a:t>
            </a:r>
            <a:r>
              <a:rPr lang="da-DK" b="1" dirty="0" err="1"/>
              <a:t>Frontend</a:t>
            </a:r>
            <a:r>
              <a:rPr lang="da-DK" b="1" dirty="0"/>
              <a:t>-UI</a:t>
            </a:r>
          </a:p>
          <a:p>
            <a:pPr marL="0" indent="0">
              <a:spcBef>
                <a:spcPts val="0"/>
              </a:spcBef>
              <a:buFont typeface="Arial" panose="020B0604020202020204" pitchFamily="34" charset="0"/>
              <a:buNone/>
            </a:pPr>
            <a:r>
              <a:rPr lang="da-DK" sz="1200" dirty="0"/>
              <a:t>&lt;</a:t>
            </a:r>
            <a:r>
              <a:rPr lang="da-DK" sz="1200" dirty="0" err="1"/>
              <a:t>Window</a:t>
            </a:r>
            <a:r>
              <a:rPr lang="da-DK" sz="1200" dirty="0"/>
              <a:t>&gt;</a:t>
            </a:r>
          </a:p>
          <a:p>
            <a:pPr marL="0" indent="0">
              <a:spcBef>
                <a:spcPts val="0"/>
              </a:spcBef>
              <a:buFont typeface="Arial" panose="020B0604020202020204" pitchFamily="34" charset="0"/>
              <a:buNone/>
            </a:pPr>
            <a:r>
              <a:rPr lang="da-DK" sz="1200" dirty="0"/>
              <a:t>  &lt;</a:t>
            </a:r>
            <a:r>
              <a:rPr lang="da-DK" sz="1200" dirty="0" err="1"/>
              <a:t>Window.Resources</a:t>
            </a:r>
            <a:r>
              <a:rPr lang="da-DK" sz="1200" dirty="0"/>
              <a:t>&gt;</a:t>
            </a:r>
          </a:p>
          <a:p>
            <a:pPr marL="0" indent="0">
              <a:spcBef>
                <a:spcPts val="0"/>
              </a:spcBef>
              <a:buFont typeface="Arial" panose="020B0604020202020204" pitchFamily="34" charset="0"/>
              <a:buNone/>
            </a:pPr>
            <a:r>
              <a:rPr lang="da-DK" sz="1200" dirty="0"/>
              <a:t>    &lt;</a:t>
            </a:r>
            <a:r>
              <a:rPr lang="da-DK" sz="1200" dirty="0" err="1"/>
              <a:t>SolidColorBrush</a:t>
            </a:r>
            <a:r>
              <a:rPr lang="da-DK" sz="1200" dirty="0"/>
              <a:t>/&gt;</a:t>
            </a:r>
          </a:p>
          <a:p>
            <a:pPr marL="0" indent="0">
              <a:spcBef>
                <a:spcPts val="0"/>
              </a:spcBef>
              <a:buFont typeface="Arial" panose="020B0604020202020204" pitchFamily="34" charset="0"/>
              <a:buNone/>
            </a:pPr>
            <a:r>
              <a:rPr lang="da-DK" sz="1200" dirty="0"/>
              <a:t>    &lt;Style/&gt;</a:t>
            </a:r>
          </a:p>
          <a:p>
            <a:pPr marL="0" indent="0">
              <a:spcBef>
                <a:spcPts val="0"/>
              </a:spcBef>
              <a:buFont typeface="Arial" panose="020B0604020202020204" pitchFamily="34" charset="0"/>
              <a:buNone/>
            </a:pPr>
            <a:r>
              <a:rPr lang="da-DK" sz="1200" dirty="0"/>
              <a:t>      &lt;Setter/&gt;</a:t>
            </a:r>
          </a:p>
          <a:p>
            <a:pPr marL="0" indent="0">
              <a:spcBef>
                <a:spcPts val="0"/>
              </a:spcBef>
              <a:buFont typeface="Arial" panose="020B0604020202020204" pitchFamily="34" charset="0"/>
              <a:buNone/>
            </a:pPr>
            <a:r>
              <a:rPr lang="da-DK" sz="1200" dirty="0"/>
              <a:t>        &lt;</a:t>
            </a:r>
            <a:r>
              <a:rPr lang="da-DK" sz="1200" dirty="0" err="1"/>
              <a:t>Setter.Value</a:t>
            </a:r>
            <a:r>
              <a:rPr lang="da-DK" sz="1200" dirty="0"/>
              <a:t>/&gt;</a:t>
            </a:r>
          </a:p>
          <a:p>
            <a:pPr marL="0" indent="0">
              <a:spcBef>
                <a:spcPts val="0"/>
              </a:spcBef>
              <a:buFont typeface="Arial" panose="020B0604020202020204" pitchFamily="34" charset="0"/>
              <a:buNone/>
            </a:pPr>
            <a:r>
              <a:rPr lang="da-DK" sz="1200" dirty="0"/>
              <a:t>          &lt;</a:t>
            </a:r>
            <a:r>
              <a:rPr lang="da-DK" sz="1200" dirty="0" err="1"/>
              <a:t>ControlTemplate</a:t>
            </a:r>
            <a:r>
              <a:rPr lang="da-DK" sz="1200" dirty="0"/>
              <a:t>/&gt;</a:t>
            </a:r>
          </a:p>
          <a:p>
            <a:pPr marL="0" indent="0">
              <a:spcBef>
                <a:spcPts val="0"/>
              </a:spcBef>
              <a:buFont typeface="Arial" panose="020B0604020202020204" pitchFamily="34" charset="0"/>
              <a:buNone/>
            </a:pPr>
            <a:r>
              <a:rPr lang="da-DK" sz="1200" dirty="0"/>
              <a:t>            &lt;Border/&gt;</a:t>
            </a:r>
          </a:p>
          <a:p>
            <a:pPr marL="0" indent="0">
              <a:spcBef>
                <a:spcPts val="0"/>
              </a:spcBef>
              <a:buFont typeface="Arial" panose="020B0604020202020204" pitchFamily="34" charset="0"/>
              <a:buNone/>
            </a:pPr>
            <a:r>
              <a:rPr lang="da-DK" sz="1200" dirty="0"/>
              <a:t>              &lt;</a:t>
            </a:r>
            <a:r>
              <a:rPr lang="da-DK" sz="1200" dirty="0" err="1"/>
              <a:t>ContentPresenter</a:t>
            </a:r>
            <a:r>
              <a:rPr lang="da-DK" sz="1200" dirty="0"/>
              <a:t>/&gt;</a:t>
            </a:r>
          </a:p>
          <a:p>
            <a:pPr marL="0" indent="0">
              <a:spcBef>
                <a:spcPts val="0"/>
              </a:spcBef>
              <a:buFont typeface="Arial" panose="020B0604020202020204" pitchFamily="34" charset="0"/>
              <a:buNone/>
            </a:pPr>
            <a:r>
              <a:rPr lang="da-DK" sz="1200" dirty="0"/>
              <a:t>            &lt;</a:t>
            </a:r>
            <a:r>
              <a:rPr lang="da-DK" sz="1200" dirty="0" err="1"/>
              <a:t>ControlTemplate.Triggers</a:t>
            </a:r>
            <a:r>
              <a:rPr lang="da-DK" sz="1200" dirty="0"/>
              <a:t>/&gt;</a:t>
            </a:r>
          </a:p>
          <a:p>
            <a:pPr marL="0" indent="0">
              <a:spcBef>
                <a:spcPts val="0"/>
              </a:spcBef>
              <a:buFont typeface="Arial" panose="020B0604020202020204" pitchFamily="34" charset="0"/>
              <a:buNone/>
            </a:pPr>
            <a:r>
              <a:rPr lang="da-DK" sz="1200" dirty="0"/>
              <a:t>              &lt;Trigger/&gt;</a:t>
            </a:r>
          </a:p>
          <a:p>
            <a:pPr marL="0" indent="0">
              <a:spcBef>
                <a:spcPts val="0"/>
              </a:spcBef>
              <a:buFont typeface="Arial" panose="020B0604020202020204" pitchFamily="34" charset="0"/>
              <a:buNone/>
            </a:pPr>
            <a:r>
              <a:rPr lang="da-DK" sz="1200" dirty="0"/>
              <a:t>                &lt;Setter/&gt;</a:t>
            </a:r>
          </a:p>
          <a:p>
            <a:pPr marL="0" indent="0">
              <a:spcBef>
                <a:spcPts val="0"/>
              </a:spcBef>
              <a:buFont typeface="Arial" panose="020B0604020202020204" pitchFamily="34" charset="0"/>
              <a:buNone/>
            </a:pPr>
            <a:r>
              <a:rPr lang="da-DK" sz="1200" dirty="0"/>
              <a:t>  </a:t>
            </a:r>
          </a:p>
          <a:p>
            <a:pPr marL="0" indent="0">
              <a:spcBef>
                <a:spcPts val="0"/>
              </a:spcBef>
              <a:buFont typeface="Arial" panose="020B0604020202020204" pitchFamily="34" charset="0"/>
              <a:buNone/>
            </a:pPr>
            <a:r>
              <a:rPr lang="da-DK" sz="1200" dirty="0"/>
              <a:t>  &lt;Grid&gt;</a:t>
            </a:r>
          </a:p>
          <a:p>
            <a:pPr marL="0" indent="0">
              <a:spcBef>
                <a:spcPts val="0"/>
              </a:spcBef>
              <a:buFont typeface="Arial" panose="020B0604020202020204" pitchFamily="34" charset="0"/>
              <a:buNone/>
            </a:pPr>
            <a:r>
              <a:rPr lang="da-DK" sz="1200" dirty="0"/>
              <a:t>    &lt;</a:t>
            </a:r>
            <a:r>
              <a:rPr lang="da-DK" sz="1200" dirty="0" err="1"/>
              <a:t>Grid.RowDefinitions</a:t>
            </a:r>
            <a:r>
              <a:rPr lang="da-DK" sz="1200" dirty="0"/>
              <a:t>&gt;</a:t>
            </a:r>
          </a:p>
          <a:p>
            <a:pPr marL="0" indent="0">
              <a:spcBef>
                <a:spcPts val="0"/>
              </a:spcBef>
              <a:buFont typeface="Arial" panose="020B0604020202020204" pitchFamily="34" charset="0"/>
              <a:buNone/>
            </a:pPr>
            <a:r>
              <a:rPr lang="da-DK" sz="1200" dirty="0"/>
              <a:t>      &lt;</a:t>
            </a:r>
            <a:r>
              <a:rPr lang="da-DK" sz="1200" dirty="0" err="1"/>
              <a:t>RowDefinition</a:t>
            </a:r>
            <a:r>
              <a:rPr lang="da-DK" sz="1200" dirty="0"/>
              <a:t>/&gt;</a:t>
            </a:r>
          </a:p>
          <a:p>
            <a:pPr marL="0" indent="0">
              <a:spcBef>
                <a:spcPts val="0"/>
              </a:spcBef>
              <a:buFont typeface="Arial" panose="020B0604020202020204" pitchFamily="34" charset="0"/>
              <a:buNone/>
            </a:pPr>
            <a:r>
              <a:rPr lang="da-DK" sz="1200" dirty="0"/>
              <a:t>    &lt;</a:t>
            </a:r>
            <a:r>
              <a:rPr lang="da-DK" sz="1200" dirty="0" err="1"/>
              <a:t>TextBlock</a:t>
            </a:r>
            <a:r>
              <a:rPr lang="da-DK" sz="1200" dirty="0"/>
              <a:t>/&gt;</a:t>
            </a:r>
          </a:p>
          <a:p>
            <a:pPr marL="0" indent="0">
              <a:spcBef>
                <a:spcPts val="0"/>
              </a:spcBef>
              <a:buFont typeface="Arial" panose="020B0604020202020204" pitchFamily="34" charset="0"/>
              <a:buNone/>
            </a:pPr>
            <a:r>
              <a:rPr lang="da-DK" sz="1200" dirty="0"/>
              <a:t>    &lt;</a:t>
            </a:r>
            <a:r>
              <a:rPr lang="da-DK" sz="1200" dirty="0" err="1"/>
              <a:t>UniformGrid</a:t>
            </a:r>
            <a:r>
              <a:rPr lang="da-DK" sz="1200" dirty="0"/>
              <a:t>/&gt;</a:t>
            </a:r>
          </a:p>
          <a:p>
            <a:pPr marL="0" indent="0">
              <a:spcBef>
                <a:spcPts val="0"/>
              </a:spcBef>
              <a:buFont typeface="Arial" panose="020B0604020202020204" pitchFamily="34" charset="0"/>
              <a:buNone/>
            </a:pPr>
            <a:r>
              <a:rPr lang="da-DK" sz="1200" dirty="0"/>
              <a:t>    &lt;</a:t>
            </a:r>
            <a:r>
              <a:rPr lang="da-DK" sz="1200" dirty="0" err="1"/>
              <a:t>StackPanel</a:t>
            </a:r>
            <a:r>
              <a:rPr lang="da-DK" sz="1200" dirty="0"/>
              <a:t>/&gt;</a:t>
            </a:r>
          </a:p>
          <a:p>
            <a:pPr marL="0" indent="0">
              <a:spcBef>
                <a:spcPts val="0"/>
              </a:spcBef>
              <a:buFont typeface="Arial" panose="020B0604020202020204" pitchFamily="34" charset="0"/>
              <a:buNone/>
            </a:pPr>
            <a:r>
              <a:rPr lang="da-DK" sz="1200" dirty="0"/>
              <a:t>      &lt;</a:t>
            </a:r>
            <a:r>
              <a:rPr lang="da-DK" sz="1200" dirty="0" err="1"/>
              <a:t>UniformGrid</a:t>
            </a:r>
            <a:r>
              <a:rPr lang="da-DK" sz="1200" dirty="0"/>
              <a:t>/&gt;</a:t>
            </a:r>
          </a:p>
          <a:p>
            <a:pPr marL="0" indent="0">
              <a:spcBef>
                <a:spcPts val="0"/>
              </a:spcBef>
              <a:buFont typeface="Arial" panose="020B0604020202020204" pitchFamily="34" charset="0"/>
              <a:buNone/>
            </a:pPr>
            <a:r>
              <a:rPr lang="da-DK" sz="1200" dirty="0"/>
              <a:t>        &lt;Button/&gt;</a:t>
            </a:r>
          </a:p>
          <a:p>
            <a:pPr marL="0" indent="0">
              <a:spcBef>
                <a:spcPts val="0"/>
              </a:spcBef>
              <a:buFont typeface="Arial" panose="020B0604020202020204" pitchFamily="34" charset="0"/>
              <a:buNone/>
            </a:pPr>
            <a:endParaRPr lang="da-DK" sz="1200" dirty="0"/>
          </a:p>
          <a:p>
            <a:pPr marL="0" indent="0">
              <a:spcBef>
                <a:spcPts val="0"/>
              </a:spcBef>
              <a:buFont typeface="Arial" panose="020B0604020202020204" pitchFamily="34" charset="0"/>
              <a:buNone/>
            </a:pPr>
            <a:r>
              <a:rPr lang="da-DK" sz="1200" dirty="0"/>
              <a:t>&lt;/</a:t>
            </a:r>
            <a:r>
              <a:rPr lang="da-DK" sz="1200" dirty="0" err="1"/>
              <a:t>Window</a:t>
            </a:r>
            <a:r>
              <a:rPr lang="da-DK" sz="1200" dirty="0"/>
              <a:t>&gt;</a:t>
            </a:r>
          </a:p>
        </p:txBody>
      </p:sp>
      <p:sp>
        <p:nvSpPr>
          <p:cNvPr id="10" name="Pladsholder til indhold 2">
            <a:extLst>
              <a:ext uri="{FF2B5EF4-FFF2-40B4-BE49-F238E27FC236}">
                <a16:creationId xmlns:a16="http://schemas.microsoft.com/office/drawing/2014/main" id="{FC5D2EE4-6591-3F3F-D8A3-1599E3679A34}"/>
              </a:ext>
            </a:extLst>
          </p:cNvPr>
          <p:cNvSpPr txBox="1">
            <a:spLocks/>
          </p:cNvSpPr>
          <p:nvPr/>
        </p:nvSpPr>
        <p:spPr>
          <a:xfrm>
            <a:off x="292605" y="5467405"/>
            <a:ext cx="1825754" cy="1212073"/>
          </a:xfrm>
          <a:prstGeom prst="rect">
            <a:avLst/>
          </a:prstGeom>
          <a:solidFill>
            <a:schemeClr val="bg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a-DK" dirty="0"/>
              <a:t>Words – Database</a:t>
            </a:r>
          </a:p>
          <a:p>
            <a:pPr marL="0" indent="0">
              <a:buFont typeface="Arial" panose="020B0604020202020204" pitchFamily="34" charset="0"/>
              <a:buNone/>
            </a:pPr>
            <a:r>
              <a:rPr lang="da-DK" sz="1200" dirty="0" err="1"/>
              <a:t>String</a:t>
            </a:r>
            <a:r>
              <a:rPr lang="da-DK" sz="1200" dirty="0"/>
              <a:t> </a:t>
            </a:r>
            <a:r>
              <a:rPr lang="da-DK" sz="1200" dirty="0" err="1"/>
              <a:t>filePath</a:t>
            </a:r>
            <a:endParaRPr lang="da-DK" sz="1200" dirty="0"/>
          </a:p>
          <a:p>
            <a:pPr marL="0" indent="0">
              <a:buFont typeface="Arial" panose="020B0604020202020204" pitchFamily="34" charset="0"/>
              <a:buNone/>
            </a:pPr>
            <a:endParaRPr lang="da-DK" sz="1200" dirty="0"/>
          </a:p>
          <a:p>
            <a:pPr marL="0" indent="0">
              <a:buFont typeface="Arial" panose="020B0604020202020204" pitchFamily="34" charset="0"/>
              <a:buNone/>
            </a:pPr>
            <a:r>
              <a:rPr lang="da-DK" sz="1200" dirty="0"/>
              <a:t>List&lt;</a:t>
            </a:r>
            <a:r>
              <a:rPr lang="da-DK" sz="1200" dirty="0" err="1"/>
              <a:t>string</a:t>
            </a:r>
            <a:r>
              <a:rPr lang="da-DK" sz="1200" dirty="0"/>
              <a:t>&gt; </a:t>
            </a:r>
            <a:r>
              <a:rPr lang="da-DK" sz="1200" dirty="0" err="1"/>
              <a:t>GetWords</a:t>
            </a:r>
            <a:r>
              <a:rPr lang="da-DK" sz="1200" dirty="0"/>
              <a:t>()</a:t>
            </a:r>
          </a:p>
        </p:txBody>
      </p:sp>
      <p:sp>
        <p:nvSpPr>
          <p:cNvPr id="12" name="Pladsholder til indhold 2">
            <a:extLst>
              <a:ext uri="{FF2B5EF4-FFF2-40B4-BE49-F238E27FC236}">
                <a16:creationId xmlns:a16="http://schemas.microsoft.com/office/drawing/2014/main" id="{B22F9673-A522-A00D-769D-37D16227491F}"/>
              </a:ext>
            </a:extLst>
          </p:cNvPr>
          <p:cNvSpPr txBox="1">
            <a:spLocks/>
          </p:cNvSpPr>
          <p:nvPr/>
        </p:nvSpPr>
        <p:spPr>
          <a:xfrm>
            <a:off x="2735576" y="5467667"/>
            <a:ext cx="1362458" cy="1212072"/>
          </a:xfrm>
          <a:prstGeom prst="rect">
            <a:avLst/>
          </a:prstGeom>
          <a:solidFill>
            <a:schemeClr val="bg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a-DK" dirty="0"/>
              <a:t>Words – </a:t>
            </a:r>
            <a:r>
              <a:rPr lang="da-DK" dirty="0" err="1"/>
              <a:t>txt</a:t>
            </a:r>
            <a:r>
              <a:rPr lang="da-DK" dirty="0"/>
              <a:t> file</a:t>
            </a:r>
          </a:p>
          <a:p>
            <a:pPr marL="0" indent="0">
              <a:spcBef>
                <a:spcPts val="0"/>
              </a:spcBef>
              <a:buNone/>
            </a:pPr>
            <a:r>
              <a:rPr lang="da-DK" sz="1200" dirty="0" err="1"/>
              <a:t>aback</a:t>
            </a:r>
            <a:endParaRPr lang="da-DK" sz="1200" dirty="0"/>
          </a:p>
          <a:p>
            <a:pPr marL="0" indent="0">
              <a:spcBef>
                <a:spcPts val="0"/>
              </a:spcBef>
              <a:buNone/>
            </a:pPr>
            <a:r>
              <a:rPr lang="da-DK" sz="1200" dirty="0" err="1"/>
              <a:t>abide</a:t>
            </a:r>
            <a:endParaRPr lang="da-DK" sz="1200" dirty="0"/>
          </a:p>
          <a:p>
            <a:pPr marL="0" indent="0">
              <a:spcBef>
                <a:spcPts val="0"/>
              </a:spcBef>
              <a:buNone/>
            </a:pPr>
            <a:r>
              <a:rPr lang="da-DK" sz="1200" dirty="0" err="1"/>
              <a:t>abled</a:t>
            </a:r>
            <a:endParaRPr lang="da-DK" sz="1200" dirty="0"/>
          </a:p>
          <a:p>
            <a:pPr marL="0" indent="0">
              <a:spcBef>
                <a:spcPts val="0"/>
              </a:spcBef>
              <a:buNone/>
            </a:pPr>
            <a:r>
              <a:rPr lang="da-DK" sz="1200" dirty="0" err="1"/>
              <a:t>blast</a:t>
            </a:r>
            <a:endParaRPr lang="da-DK" sz="1200" dirty="0"/>
          </a:p>
          <a:p>
            <a:pPr marL="0" indent="0">
              <a:spcBef>
                <a:spcPts val="0"/>
              </a:spcBef>
              <a:buNone/>
            </a:pPr>
            <a:r>
              <a:rPr lang="da-DK" sz="1200" dirty="0"/>
              <a:t>osv.</a:t>
            </a:r>
          </a:p>
        </p:txBody>
      </p:sp>
      <p:sp>
        <p:nvSpPr>
          <p:cNvPr id="14" name="Pladsholder til indhold 2">
            <a:extLst>
              <a:ext uri="{FF2B5EF4-FFF2-40B4-BE49-F238E27FC236}">
                <a16:creationId xmlns:a16="http://schemas.microsoft.com/office/drawing/2014/main" id="{993C6B5D-B348-FFE2-5236-F94FFAA3793D}"/>
              </a:ext>
            </a:extLst>
          </p:cNvPr>
          <p:cNvSpPr txBox="1">
            <a:spLocks/>
          </p:cNvSpPr>
          <p:nvPr/>
        </p:nvSpPr>
        <p:spPr>
          <a:xfrm>
            <a:off x="3416805" y="1381636"/>
            <a:ext cx="2746250" cy="1212072"/>
          </a:xfrm>
          <a:prstGeom prst="rect">
            <a:avLst/>
          </a:prstGeom>
          <a:solidFill>
            <a:schemeClr val="bg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a-DK" dirty="0" err="1"/>
              <a:t>GuessResult</a:t>
            </a:r>
            <a:endParaRPr lang="da-DK" dirty="0"/>
          </a:p>
          <a:p>
            <a:pPr marL="0" indent="0">
              <a:spcBef>
                <a:spcPts val="0"/>
              </a:spcBef>
              <a:buFont typeface="Arial" panose="020B0604020202020204" pitchFamily="34" charset="0"/>
              <a:buNone/>
            </a:pPr>
            <a:endParaRPr lang="da-DK" sz="1200" dirty="0"/>
          </a:p>
          <a:p>
            <a:pPr marL="0" indent="0">
              <a:spcBef>
                <a:spcPts val="0"/>
              </a:spcBef>
              <a:buFont typeface="Arial" panose="020B0604020202020204" pitchFamily="34" charset="0"/>
              <a:buNone/>
            </a:pPr>
            <a:r>
              <a:rPr lang="da-DK" sz="1200" dirty="0" err="1"/>
              <a:t>String</a:t>
            </a:r>
            <a:r>
              <a:rPr lang="da-DK" sz="1200" dirty="0"/>
              <a:t> </a:t>
            </a:r>
            <a:r>
              <a:rPr lang="da-DK" sz="1200" dirty="0" err="1"/>
              <a:t>Guess</a:t>
            </a:r>
            <a:endParaRPr lang="da-DK" sz="1200" dirty="0"/>
          </a:p>
          <a:p>
            <a:pPr marL="0" indent="0">
              <a:spcBef>
                <a:spcPts val="0"/>
              </a:spcBef>
              <a:buFont typeface="Arial" panose="020B0604020202020204" pitchFamily="34" charset="0"/>
              <a:buNone/>
            </a:pPr>
            <a:r>
              <a:rPr lang="da-DK" sz="1200" dirty="0" err="1"/>
              <a:t>IReadOnlyList</a:t>
            </a:r>
            <a:r>
              <a:rPr lang="da-DK" sz="1200" dirty="0"/>
              <a:t>&lt;</a:t>
            </a:r>
            <a:r>
              <a:rPr lang="da-DK" sz="1200" dirty="0" err="1"/>
              <a:t>LetterResult</a:t>
            </a:r>
            <a:r>
              <a:rPr lang="da-DK" sz="1200" dirty="0"/>
              <a:t>&gt; </a:t>
            </a:r>
            <a:r>
              <a:rPr lang="da-DK" sz="1200" dirty="0" err="1"/>
              <a:t>Results</a:t>
            </a:r>
            <a:endParaRPr lang="da-DK" sz="1200" dirty="0"/>
          </a:p>
          <a:p>
            <a:pPr marL="0" indent="0">
              <a:spcBef>
                <a:spcPts val="0"/>
              </a:spcBef>
              <a:buFont typeface="Arial" panose="020B0604020202020204" pitchFamily="34" charset="0"/>
              <a:buNone/>
            </a:pPr>
            <a:endParaRPr lang="da-DK" sz="1200" dirty="0"/>
          </a:p>
          <a:p>
            <a:pPr marL="0" indent="0">
              <a:spcBef>
                <a:spcPts val="0"/>
              </a:spcBef>
              <a:buFont typeface="Arial" panose="020B0604020202020204" pitchFamily="34" charset="0"/>
              <a:buNone/>
            </a:pPr>
            <a:r>
              <a:rPr lang="da-DK" sz="1200" dirty="0" err="1"/>
              <a:t>GuessResults</a:t>
            </a:r>
            <a:r>
              <a:rPr lang="da-DK" sz="1200" dirty="0"/>
              <a:t>()</a:t>
            </a:r>
          </a:p>
        </p:txBody>
      </p:sp>
      <p:sp>
        <p:nvSpPr>
          <p:cNvPr id="16" name="Pladsholder til indhold 2">
            <a:extLst>
              <a:ext uri="{FF2B5EF4-FFF2-40B4-BE49-F238E27FC236}">
                <a16:creationId xmlns:a16="http://schemas.microsoft.com/office/drawing/2014/main" id="{A5E42337-36F9-7902-1E46-BDAB3A887092}"/>
              </a:ext>
            </a:extLst>
          </p:cNvPr>
          <p:cNvSpPr txBox="1">
            <a:spLocks/>
          </p:cNvSpPr>
          <p:nvPr/>
        </p:nvSpPr>
        <p:spPr>
          <a:xfrm>
            <a:off x="3541774" y="3689697"/>
            <a:ext cx="1447802" cy="724908"/>
          </a:xfrm>
          <a:prstGeom prst="rect">
            <a:avLst/>
          </a:prstGeom>
          <a:solidFill>
            <a:schemeClr val="bg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a-DK" dirty="0" err="1"/>
              <a:t>LetterResult</a:t>
            </a:r>
            <a:endParaRPr lang="da-DK" dirty="0"/>
          </a:p>
          <a:p>
            <a:pPr marL="0" indent="0">
              <a:spcBef>
                <a:spcPts val="0"/>
              </a:spcBef>
              <a:buFont typeface="Arial" panose="020B0604020202020204" pitchFamily="34" charset="0"/>
              <a:buNone/>
            </a:pPr>
            <a:endParaRPr lang="da-DK" dirty="0"/>
          </a:p>
          <a:p>
            <a:pPr marL="0" indent="0">
              <a:spcBef>
                <a:spcPts val="0"/>
              </a:spcBef>
              <a:buFont typeface="Arial" panose="020B0604020202020204" pitchFamily="34" charset="0"/>
              <a:buNone/>
            </a:pPr>
            <a:r>
              <a:rPr lang="da-DK" sz="1200" dirty="0" err="1"/>
              <a:t>Enum</a:t>
            </a:r>
            <a:r>
              <a:rPr lang="da-DK" sz="1200" dirty="0"/>
              <a:t> </a:t>
            </a:r>
            <a:r>
              <a:rPr lang="da-DK" sz="1200" dirty="0" err="1"/>
              <a:t>LetterResult</a:t>
            </a:r>
            <a:endParaRPr lang="da-DK" sz="1200" dirty="0"/>
          </a:p>
        </p:txBody>
      </p:sp>
      <p:cxnSp>
        <p:nvCxnSpPr>
          <p:cNvPr id="20" name="Lige pilforbindelse 19">
            <a:extLst>
              <a:ext uri="{FF2B5EF4-FFF2-40B4-BE49-F238E27FC236}">
                <a16:creationId xmlns:a16="http://schemas.microsoft.com/office/drawing/2014/main" id="{A6ED4B61-AC4A-A63A-58A9-765573C8AE43}"/>
              </a:ext>
            </a:extLst>
          </p:cNvPr>
          <p:cNvCxnSpPr>
            <a:cxnSpLocks/>
            <a:endCxn id="14" idx="1"/>
          </p:cNvCxnSpPr>
          <p:nvPr/>
        </p:nvCxnSpPr>
        <p:spPr>
          <a:xfrm>
            <a:off x="3185158" y="1987672"/>
            <a:ext cx="23164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Lige pilforbindelse 21">
            <a:extLst>
              <a:ext uri="{FF2B5EF4-FFF2-40B4-BE49-F238E27FC236}">
                <a16:creationId xmlns:a16="http://schemas.microsoft.com/office/drawing/2014/main" id="{0D068506-E1DB-A85F-0714-A77ABD1F41EA}"/>
              </a:ext>
            </a:extLst>
          </p:cNvPr>
          <p:cNvCxnSpPr>
            <a:cxnSpLocks/>
            <a:endCxn id="16" idx="1"/>
          </p:cNvCxnSpPr>
          <p:nvPr/>
        </p:nvCxnSpPr>
        <p:spPr>
          <a:xfrm>
            <a:off x="3185158" y="4052151"/>
            <a:ext cx="35661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Lige pilforbindelse 23">
            <a:extLst>
              <a:ext uri="{FF2B5EF4-FFF2-40B4-BE49-F238E27FC236}">
                <a16:creationId xmlns:a16="http://schemas.microsoft.com/office/drawing/2014/main" id="{EF1EA96F-1BD2-9437-09A5-D04A3A331909}"/>
              </a:ext>
            </a:extLst>
          </p:cNvPr>
          <p:cNvCxnSpPr/>
          <p:nvPr/>
        </p:nvCxnSpPr>
        <p:spPr>
          <a:xfrm>
            <a:off x="979055" y="4743486"/>
            <a:ext cx="0" cy="7241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Lige pilforbindelse 25">
            <a:extLst>
              <a:ext uri="{FF2B5EF4-FFF2-40B4-BE49-F238E27FC236}">
                <a16:creationId xmlns:a16="http://schemas.microsoft.com/office/drawing/2014/main" id="{DCB229E8-6B84-5066-0C59-8C94CDB0B067}"/>
              </a:ext>
            </a:extLst>
          </p:cNvPr>
          <p:cNvCxnSpPr>
            <a:stCxn id="10" idx="3"/>
            <a:endCxn id="12" idx="1"/>
          </p:cNvCxnSpPr>
          <p:nvPr/>
        </p:nvCxnSpPr>
        <p:spPr>
          <a:xfrm>
            <a:off x="2118359" y="6073442"/>
            <a:ext cx="617217" cy="26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Lige pilforbindelse 27">
            <a:extLst>
              <a:ext uri="{FF2B5EF4-FFF2-40B4-BE49-F238E27FC236}">
                <a16:creationId xmlns:a16="http://schemas.microsoft.com/office/drawing/2014/main" id="{88501563-1A00-5514-BE89-F580EB20251C}"/>
              </a:ext>
            </a:extLst>
          </p:cNvPr>
          <p:cNvCxnSpPr>
            <a:cxnSpLocks/>
          </p:cNvCxnSpPr>
          <p:nvPr/>
        </p:nvCxnSpPr>
        <p:spPr>
          <a:xfrm>
            <a:off x="3185158" y="3067273"/>
            <a:ext cx="333451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Lige pilforbindelse 31">
            <a:extLst>
              <a:ext uri="{FF2B5EF4-FFF2-40B4-BE49-F238E27FC236}">
                <a16:creationId xmlns:a16="http://schemas.microsoft.com/office/drawing/2014/main" id="{7DDF623C-3D07-5720-0980-3362CB42D823}"/>
              </a:ext>
            </a:extLst>
          </p:cNvPr>
          <p:cNvCxnSpPr>
            <a:cxnSpLocks/>
          </p:cNvCxnSpPr>
          <p:nvPr/>
        </p:nvCxnSpPr>
        <p:spPr>
          <a:xfrm>
            <a:off x="9238486" y="3328928"/>
            <a:ext cx="25907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Lige forbindelse 37">
            <a:extLst>
              <a:ext uri="{FF2B5EF4-FFF2-40B4-BE49-F238E27FC236}">
                <a16:creationId xmlns:a16="http://schemas.microsoft.com/office/drawing/2014/main" id="{FF9C6530-56A1-6521-9B43-5B665949BB30}"/>
              </a:ext>
            </a:extLst>
          </p:cNvPr>
          <p:cNvCxnSpPr>
            <a:cxnSpLocks/>
          </p:cNvCxnSpPr>
          <p:nvPr/>
        </p:nvCxnSpPr>
        <p:spPr>
          <a:xfrm>
            <a:off x="3185158" y="1987672"/>
            <a:ext cx="0" cy="20644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Lige forbindelse 39">
            <a:extLst>
              <a:ext uri="{FF2B5EF4-FFF2-40B4-BE49-F238E27FC236}">
                <a16:creationId xmlns:a16="http://schemas.microsoft.com/office/drawing/2014/main" id="{A3BF2425-4326-5E46-13CB-A6B78CC50807}"/>
              </a:ext>
            </a:extLst>
          </p:cNvPr>
          <p:cNvCxnSpPr>
            <a:cxnSpLocks/>
            <a:stCxn id="3" idx="3"/>
          </p:cNvCxnSpPr>
          <p:nvPr/>
        </p:nvCxnSpPr>
        <p:spPr>
          <a:xfrm flipV="1">
            <a:off x="2953511" y="3067273"/>
            <a:ext cx="231647" cy="124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3559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5334100-04EC-0F87-D939-890CE64383BD}"/>
              </a:ext>
            </a:extLst>
          </p:cNvPr>
          <p:cNvSpPr>
            <a:spLocks noGrp="1"/>
          </p:cNvSpPr>
          <p:nvPr>
            <p:ph type="title"/>
          </p:nvPr>
        </p:nvSpPr>
        <p:spPr/>
        <p:txBody>
          <a:bodyPr/>
          <a:lstStyle/>
          <a:p>
            <a:r>
              <a:rPr lang="da-DK" cap="none" dirty="0"/>
              <a:t>Mine udfordringer - WPF</a:t>
            </a:r>
          </a:p>
        </p:txBody>
      </p:sp>
      <p:sp>
        <p:nvSpPr>
          <p:cNvPr id="3" name="Pladsholder til indhold 2">
            <a:extLst>
              <a:ext uri="{FF2B5EF4-FFF2-40B4-BE49-F238E27FC236}">
                <a16:creationId xmlns:a16="http://schemas.microsoft.com/office/drawing/2014/main" id="{7A3BF786-7DD3-7A93-A152-CD9044163EE8}"/>
              </a:ext>
            </a:extLst>
          </p:cNvPr>
          <p:cNvSpPr>
            <a:spLocks noGrp="1"/>
          </p:cNvSpPr>
          <p:nvPr>
            <p:ph idx="1"/>
          </p:nvPr>
        </p:nvSpPr>
        <p:spPr>
          <a:xfrm>
            <a:off x="533398" y="1748474"/>
            <a:ext cx="7862457" cy="1299526"/>
          </a:xfrm>
        </p:spPr>
        <p:txBody>
          <a:bodyPr/>
          <a:lstStyle/>
          <a:p>
            <a:r>
              <a:rPr lang="da-DK" dirty="0"/>
              <a:t>Ikke arbejdet med WPF før og har ikke arbejdet meget med XML/XAML.</a:t>
            </a:r>
          </a:p>
          <a:p>
            <a:r>
              <a:rPr lang="da-DK" dirty="0"/>
              <a:t>Skulle finde ud af hvilke komponenter der skulle bruges til at lave UI Boardet, </a:t>
            </a:r>
            <a:r>
              <a:rPr lang="da-DK" dirty="0" err="1"/>
              <a:t>Tiles</a:t>
            </a:r>
            <a:r>
              <a:rPr lang="da-DK" dirty="0"/>
              <a:t> og </a:t>
            </a:r>
            <a:r>
              <a:rPr lang="da-DK" dirty="0" err="1"/>
              <a:t>buttons</a:t>
            </a:r>
            <a:r>
              <a:rPr lang="da-DK" dirty="0"/>
              <a:t>.</a:t>
            </a:r>
          </a:p>
          <a:p>
            <a:r>
              <a:rPr lang="da-DK" dirty="0"/>
              <a:t>WPF bruger XAML, som deres sprog til </a:t>
            </a:r>
            <a:r>
              <a:rPr lang="da-DK" dirty="0" err="1"/>
              <a:t>UI’en</a:t>
            </a:r>
            <a:endParaRPr lang="da-DK" dirty="0"/>
          </a:p>
        </p:txBody>
      </p:sp>
      <p:pic>
        <p:nvPicPr>
          <p:cNvPr id="5" name="Billede 4">
            <a:extLst>
              <a:ext uri="{FF2B5EF4-FFF2-40B4-BE49-F238E27FC236}">
                <a16:creationId xmlns:a16="http://schemas.microsoft.com/office/drawing/2014/main" id="{91DD0A7D-7B3D-2488-B69D-08B7C170E778}"/>
              </a:ext>
            </a:extLst>
          </p:cNvPr>
          <p:cNvPicPr>
            <a:picLocks noChangeAspect="1"/>
          </p:cNvPicPr>
          <p:nvPr/>
        </p:nvPicPr>
        <p:blipFill>
          <a:blip r:embed="rId2"/>
          <a:stretch>
            <a:fillRect/>
          </a:stretch>
        </p:blipFill>
        <p:spPr>
          <a:xfrm>
            <a:off x="6574515" y="2398237"/>
            <a:ext cx="5435242" cy="1750821"/>
          </a:xfrm>
          <a:prstGeom prst="rect">
            <a:avLst/>
          </a:prstGeom>
        </p:spPr>
      </p:pic>
      <p:pic>
        <p:nvPicPr>
          <p:cNvPr id="7" name="Billede 6">
            <a:extLst>
              <a:ext uri="{FF2B5EF4-FFF2-40B4-BE49-F238E27FC236}">
                <a16:creationId xmlns:a16="http://schemas.microsoft.com/office/drawing/2014/main" id="{C23B9C7E-0C52-6C4B-6842-5FBB8C70EA3E}"/>
              </a:ext>
            </a:extLst>
          </p:cNvPr>
          <p:cNvPicPr>
            <a:picLocks noChangeAspect="1"/>
          </p:cNvPicPr>
          <p:nvPr/>
        </p:nvPicPr>
        <p:blipFill>
          <a:blip r:embed="rId3"/>
          <a:stretch>
            <a:fillRect/>
          </a:stretch>
        </p:blipFill>
        <p:spPr>
          <a:xfrm>
            <a:off x="9612789" y="4267199"/>
            <a:ext cx="2396968" cy="2426379"/>
          </a:xfrm>
          <a:prstGeom prst="rect">
            <a:avLst/>
          </a:prstGeom>
        </p:spPr>
      </p:pic>
      <p:pic>
        <p:nvPicPr>
          <p:cNvPr id="9" name="Billede 8">
            <a:extLst>
              <a:ext uri="{FF2B5EF4-FFF2-40B4-BE49-F238E27FC236}">
                <a16:creationId xmlns:a16="http://schemas.microsoft.com/office/drawing/2014/main" id="{0A0D03F6-AC3B-EC73-FC74-39B7ACF5A60C}"/>
              </a:ext>
            </a:extLst>
          </p:cNvPr>
          <p:cNvPicPr>
            <a:picLocks noChangeAspect="1"/>
          </p:cNvPicPr>
          <p:nvPr/>
        </p:nvPicPr>
        <p:blipFill>
          <a:blip r:embed="rId4"/>
          <a:stretch>
            <a:fillRect/>
          </a:stretch>
        </p:blipFill>
        <p:spPr>
          <a:xfrm>
            <a:off x="6574515" y="4267198"/>
            <a:ext cx="2925325" cy="2426379"/>
          </a:xfrm>
          <a:prstGeom prst="rect">
            <a:avLst/>
          </a:prstGeom>
        </p:spPr>
      </p:pic>
      <p:pic>
        <p:nvPicPr>
          <p:cNvPr id="11" name="Billede 10">
            <a:extLst>
              <a:ext uri="{FF2B5EF4-FFF2-40B4-BE49-F238E27FC236}">
                <a16:creationId xmlns:a16="http://schemas.microsoft.com/office/drawing/2014/main" id="{97EFC024-DF16-AD33-F0A6-BC7B4B933880}"/>
              </a:ext>
            </a:extLst>
          </p:cNvPr>
          <p:cNvPicPr>
            <a:picLocks noChangeAspect="1"/>
          </p:cNvPicPr>
          <p:nvPr/>
        </p:nvPicPr>
        <p:blipFill>
          <a:blip r:embed="rId5"/>
          <a:stretch>
            <a:fillRect/>
          </a:stretch>
        </p:blipFill>
        <p:spPr>
          <a:xfrm>
            <a:off x="3168073" y="2715490"/>
            <a:ext cx="3293493" cy="4070451"/>
          </a:xfrm>
          <a:prstGeom prst="rect">
            <a:avLst/>
          </a:prstGeom>
        </p:spPr>
      </p:pic>
      <p:pic>
        <p:nvPicPr>
          <p:cNvPr id="13" name="Billede 12">
            <a:extLst>
              <a:ext uri="{FF2B5EF4-FFF2-40B4-BE49-F238E27FC236}">
                <a16:creationId xmlns:a16="http://schemas.microsoft.com/office/drawing/2014/main" id="{54BBABFD-FDC8-41E2-1982-29B71FBC669B}"/>
              </a:ext>
            </a:extLst>
          </p:cNvPr>
          <p:cNvPicPr>
            <a:picLocks noChangeAspect="1"/>
          </p:cNvPicPr>
          <p:nvPr/>
        </p:nvPicPr>
        <p:blipFill>
          <a:blip r:embed="rId6"/>
          <a:stretch>
            <a:fillRect/>
          </a:stretch>
        </p:blipFill>
        <p:spPr>
          <a:xfrm>
            <a:off x="126775" y="2715491"/>
            <a:ext cx="2928349" cy="4070451"/>
          </a:xfrm>
          <a:prstGeom prst="rect">
            <a:avLst/>
          </a:prstGeom>
        </p:spPr>
      </p:pic>
    </p:spTree>
    <p:extLst>
      <p:ext uri="{BB962C8B-B14F-4D97-AF65-F5344CB8AC3E}">
        <p14:creationId xmlns:p14="http://schemas.microsoft.com/office/powerpoint/2010/main" val="3835407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B7523A-F0DC-52A8-71EE-A5AFAC1A8985}"/>
              </a:ext>
            </a:extLst>
          </p:cNvPr>
          <p:cNvSpPr>
            <a:spLocks noGrp="1"/>
          </p:cNvSpPr>
          <p:nvPr>
            <p:ph type="title"/>
          </p:nvPr>
        </p:nvSpPr>
        <p:spPr/>
        <p:txBody>
          <a:bodyPr/>
          <a:lstStyle/>
          <a:p>
            <a:r>
              <a:rPr lang="da-DK" cap="none" dirty="0"/>
              <a:t>Mine udfordringer – Animationer</a:t>
            </a:r>
          </a:p>
        </p:txBody>
      </p:sp>
      <p:sp>
        <p:nvSpPr>
          <p:cNvPr id="3" name="Pladsholder til indhold 2">
            <a:extLst>
              <a:ext uri="{FF2B5EF4-FFF2-40B4-BE49-F238E27FC236}">
                <a16:creationId xmlns:a16="http://schemas.microsoft.com/office/drawing/2014/main" id="{242A0112-0BA1-C3E0-1861-32C7B212C2E8}"/>
              </a:ext>
            </a:extLst>
          </p:cNvPr>
          <p:cNvSpPr>
            <a:spLocks noGrp="1"/>
          </p:cNvSpPr>
          <p:nvPr>
            <p:ph idx="1"/>
          </p:nvPr>
        </p:nvSpPr>
        <p:spPr>
          <a:xfrm>
            <a:off x="533398" y="1748474"/>
            <a:ext cx="10023766" cy="1308762"/>
          </a:xfrm>
        </p:spPr>
        <p:txBody>
          <a:bodyPr/>
          <a:lstStyle/>
          <a:p>
            <a:r>
              <a:rPr lang="da-DK" dirty="0"/>
              <a:t>Der skulle implementeres en animation hver gang man tastede et bogstav ind i det ord man prøvede at gætte.</a:t>
            </a:r>
          </a:p>
          <a:p>
            <a:r>
              <a:rPr lang="da-DK" dirty="0"/>
              <a:t>Der skulle implementeres en flip animation på hvert bogstav, når man gættede på et ord.</a:t>
            </a:r>
          </a:p>
          <a:p>
            <a:r>
              <a:rPr lang="da-DK" dirty="0"/>
              <a:t>Der skulle implementeres en hoppe animation på hvert bogstav, når man gættede rigtigt på et ord. Så en vinder animation.</a:t>
            </a:r>
          </a:p>
          <a:p>
            <a:r>
              <a:rPr lang="da-DK" dirty="0"/>
              <a:t>Fik implementeret det hele, men var ikke nemt.</a:t>
            </a:r>
          </a:p>
        </p:txBody>
      </p:sp>
      <p:pic>
        <p:nvPicPr>
          <p:cNvPr id="5" name="Billede 4">
            <a:extLst>
              <a:ext uri="{FF2B5EF4-FFF2-40B4-BE49-F238E27FC236}">
                <a16:creationId xmlns:a16="http://schemas.microsoft.com/office/drawing/2014/main" id="{F4ABDBE8-7B06-75FE-4AA7-66B85F0B5AA4}"/>
              </a:ext>
            </a:extLst>
          </p:cNvPr>
          <p:cNvPicPr>
            <a:picLocks noChangeAspect="1"/>
          </p:cNvPicPr>
          <p:nvPr/>
        </p:nvPicPr>
        <p:blipFill>
          <a:blip r:embed="rId2"/>
          <a:stretch>
            <a:fillRect/>
          </a:stretch>
        </p:blipFill>
        <p:spPr>
          <a:xfrm>
            <a:off x="7773382" y="2628497"/>
            <a:ext cx="3885217" cy="4137140"/>
          </a:xfrm>
          <a:prstGeom prst="rect">
            <a:avLst/>
          </a:prstGeom>
        </p:spPr>
      </p:pic>
      <p:pic>
        <p:nvPicPr>
          <p:cNvPr id="7" name="Billede 6">
            <a:extLst>
              <a:ext uri="{FF2B5EF4-FFF2-40B4-BE49-F238E27FC236}">
                <a16:creationId xmlns:a16="http://schemas.microsoft.com/office/drawing/2014/main" id="{70ECEE6C-4A3C-C46D-9C1A-6BB15627E1D5}"/>
              </a:ext>
            </a:extLst>
          </p:cNvPr>
          <p:cNvPicPr>
            <a:picLocks noChangeAspect="1"/>
          </p:cNvPicPr>
          <p:nvPr/>
        </p:nvPicPr>
        <p:blipFill>
          <a:blip r:embed="rId3"/>
          <a:stretch>
            <a:fillRect/>
          </a:stretch>
        </p:blipFill>
        <p:spPr>
          <a:xfrm>
            <a:off x="3536400" y="3751731"/>
            <a:ext cx="4171741" cy="3013906"/>
          </a:xfrm>
          <a:prstGeom prst="rect">
            <a:avLst/>
          </a:prstGeom>
        </p:spPr>
      </p:pic>
      <p:pic>
        <p:nvPicPr>
          <p:cNvPr id="9" name="Billede 8">
            <a:extLst>
              <a:ext uri="{FF2B5EF4-FFF2-40B4-BE49-F238E27FC236}">
                <a16:creationId xmlns:a16="http://schemas.microsoft.com/office/drawing/2014/main" id="{9523E42E-022C-E961-D4D3-537276E10298}"/>
              </a:ext>
            </a:extLst>
          </p:cNvPr>
          <p:cNvPicPr>
            <a:picLocks noChangeAspect="1"/>
          </p:cNvPicPr>
          <p:nvPr/>
        </p:nvPicPr>
        <p:blipFill>
          <a:blip r:embed="rId4"/>
          <a:stretch>
            <a:fillRect/>
          </a:stretch>
        </p:blipFill>
        <p:spPr>
          <a:xfrm>
            <a:off x="86758" y="3425968"/>
            <a:ext cx="3384401" cy="3336637"/>
          </a:xfrm>
          <a:prstGeom prst="rect">
            <a:avLst/>
          </a:prstGeom>
        </p:spPr>
      </p:pic>
    </p:spTree>
    <p:extLst>
      <p:ext uri="{BB962C8B-B14F-4D97-AF65-F5344CB8AC3E}">
        <p14:creationId xmlns:p14="http://schemas.microsoft.com/office/powerpoint/2010/main" val="392995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414C7A-5970-6920-254C-B4F7DD76581F}"/>
              </a:ext>
            </a:extLst>
          </p:cNvPr>
          <p:cNvSpPr>
            <a:spLocks noGrp="1"/>
          </p:cNvSpPr>
          <p:nvPr>
            <p:ph type="title"/>
          </p:nvPr>
        </p:nvSpPr>
        <p:spPr/>
        <p:txBody>
          <a:bodyPr/>
          <a:lstStyle/>
          <a:p>
            <a:r>
              <a:rPr lang="da-DK" dirty="0"/>
              <a:t>DEMO</a:t>
            </a:r>
          </a:p>
        </p:txBody>
      </p:sp>
      <p:sp>
        <p:nvSpPr>
          <p:cNvPr id="3" name="Pladsholder til indhold 2">
            <a:extLst>
              <a:ext uri="{FF2B5EF4-FFF2-40B4-BE49-F238E27FC236}">
                <a16:creationId xmlns:a16="http://schemas.microsoft.com/office/drawing/2014/main" id="{0BEAA056-36CB-D9DF-3B2C-11B5261FDA82}"/>
              </a:ext>
            </a:extLst>
          </p:cNvPr>
          <p:cNvSpPr>
            <a:spLocks noGrp="1"/>
          </p:cNvSpPr>
          <p:nvPr>
            <p:ph idx="1"/>
          </p:nvPr>
        </p:nvSpPr>
        <p:spPr/>
        <p:txBody>
          <a:bodyPr/>
          <a:lstStyle/>
          <a:p>
            <a:endParaRPr lang="da-DK"/>
          </a:p>
        </p:txBody>
      </p:sp>
    </p:spTree>
    <p:extLst>
      <p:ext uri="{BB962C8B-B14F-4D97-AF65-F5344CB8AC3E}">
        <p14:creationId xmlns:p14="http://schemas.microsoft.com/office/powerpoint/2010/main" val="1737098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709C666-4B53-73DB-AA47-6ECF5089190D}"/>
              </a:ext>
            </a:extLst>
          </p:cNvPr>
          <p:cNvSpPr>
            <a:spLocks noGrp="1"/>
          </p:cNvSpPr>
          <p:nvPr>
            <p:ph type="title"/>
          </p:nvPr>
        </p:nvSpPr>
        <p:spPr/>
        <p:txBody>
          <a:bodyPr/>
          <a:lstStyle/>
          <a:p>
            <a:r>
              <a:rPr lang="da-DK" cap="none" dirty="0"/>
              <a:t>Konklusion</a:t>
            </a:r>
          </a:p>
        </p:txBody>
      </p:sp>
      <p:sp>
        <p:nvSpPr>
          <p:cNvPr id="3" name="Pladsholder til indhold 2">
            <a:extLst>
              <a:ext uri="{FF2B5EF4-FFF2-40B4-BE49-F238E27FC236}">
                <a16:creationId xmlns:a16="http://schemas.microsoft.com/office/drawing/2014/main" id="{F30CAEB1-62DC-E894-9387-70E2124794EF}"/>
              </a:ext>
            </a:extLst>
          </p:cNvPr>
          <p:cNvSpPr>
            <a:spLocks noGrp="1"/>
          </p:cNvSpPr>
          <p:nvPr>
            <p:ph idx="1"/>
          </p:nvPr>
        </p:nvSpPr>
        <p:spPr/>
        <p:txBody>
          <a:bodyPr/>
          <a:lstStyle/>
          <a:p>
            <a:r>
              <a:rPr lang="da-DK" dirty="0"/>
              <a:t>Oplevelse</a:t>
            </a:r>
          </a:p>
          <a:p>
            <a:pPr lvl="1"/>
            <a:r>
              <a:rPr lang="da-DK" dirty="0"/>
              <a:t>Hyggeligt projekt</a:t>
            </a:r>
          </a:p>
          <a:p>
            <a:pPr lvl="1"/>
            <a:r>
              <a:rPr lang="da-DK" dirty="0"/>
              <a:t>Fik lært at bruge WPF</a:t>
            </a:r>
          </a:p>
          <a:p>
            <a:pPr lvl="1"/>
            <a:r>
              <a:rPr lang="da-DK" dirty="0"/>
              <a:t>Fik lært at lave et velfungerende spil fra bunden</a:t>
            </a:r>
          </a:p>
          <a:p>
            <a:r>
              <a:rPr lang="da-DK" dirty="0"/>
              <a:t>Fremtidige tilføjelser</a:t>
            </a:r>
          </a:p>
          <a:p>
            <a:pPr lvl="1"/>
            <a:r>
              <a:rPr lang="da-DK" dirty="0"/>
              <a:t>Lyd ved spillets afslutning: Der afspilles en bestemt lyd, når man enten har gættet ordet korrekt eller har brugt alle sine forsøg uden at gætte det.</a:t>
            </a:r>
          </a:p>
          <a:p>
            <a:pPr lvl="1"/>
            <a:r>
              <a:rPr lang="da-DK" dirty="0"/>
              <a:t>Baggrundsmusik: Baggrundsmusikken stopper, når ordet enten er blevet gættet korrekt, eller spillet er afsluttet uden et korrekt gæt.</a:t>
            </a:r>
          </a:p>
          <a:p>
            <a:pPr lvl="1"/>
            <a:r>
              <a:rPr lang="da-DK" dirty="0"/>
              <a:t>Statistikvindue: Et vindue med statistik vises, lige efter at man har gættet et ord korrekt. Det viser blandt andet, hvor mange forsøg man brugte, og hvor præcise ens gæt var.</a:t>
            </a:r>
          </a:p>
          <a:p>
            <a:pPr lvl="1"/>
            <a:r>
              <a:rPr lang="da-DK" dirty="0"/>
              <a:t>Indstillingsknap: En knap, der åbner en menu, hvor man kan justere lyd-, grafik- og andre indstillinger.</a:t>
            </a:r>
          </a:p>
          <a:p>
            <a:pPr lvl="1"/>
            <a:r>
              <a:rPr lang="da-DK" dirty="0"/>
              <a:t>Startmenu: En startmenu med sin egen musik, som vises, når man åbner spillet. Menuen indeholder spillets titel samt knapper til at starte spillet, læse en guide med reglerne, åbne indstillingerne og lukke spillet.</a:t>
            </a:r>
          </a:p>
          <a:p>
            <a:pPr lvl="1"/>
            <a:r>
              <a:rPr lang="da-DK" dirty="0"/>
              <a:t>Rangliste: En rangliste, der viser spillernes resultater og placeringer.</a:t>
            </a:r>
          </a:p>
          <a:p>
            <a:pPr lvl="1"/>
            <a:r>
              <a:rPr lang="da-DK" dirty="0"/>
              <a:t>Animeret baggrund: En animeret baggrund under spillet, for eksempel et rumlandskab eller en by om natten.</a:t>
            </a:r>
          </a:p>
          <a:p>
            <a:pPr lvl="1"/>
            <a:r>
              <a:rPr lang="da-DK" dirty="0"/>
              <a:t>Battle Mode: En spiltilstand, hvor to spillere konkurrerer mod hinanden på en eller anden måde. (Skal defineres nærmere).</a:t>
            </a:r>
          </a:p>
          <a:p>
            <a:pPr lvl="1"/>
            <a:r>
              <a:rPr lang="da-DK" dirty="0"/>
              <a:t>Udfordringstilstand: En spiltilstand med særlige udfordringer, for eksempel et spillebræt, der roterer, eller ord, der vises baglæns.</a:t>
            </a:r>
          </a:p>
          <a:p>
            <a:pPr lvl="1"/>
            <a:r>
              <a:rPr lang="da-DK" dirty="0"/>
              <a:t>Udvikling i .NET MAUI: At udvikle spillet ved hjælp af .NET MAUI for at undersøge forskellene mellem denne teknologi og WPF.</a:t>
            </a:r>
          </a:p>
          <a:p>
            <a:endParaRPr lang="da-DK" dirty="0"/>
          </a:p>
        </p:txBody>
      </p:sp>
    </p:spTree>
    <p:extLst>
      <p:ext uri="{BB962C8B-B14F-4D97-AF65-F5344CB8AC3E}">
        <p14:creationId xmlns:p14="http://schemas.microsoft.com/office/powerpoint/2010/main" val="2536180190"/>
      </p:ext>
    </p:extLst>
  </p:cSld>
  <p:clrMapOvr>
    <a:masterClrMapping/>
  </p:clrMapOvr>
</p:sld>
</file>

<file path=ppt/theme/theme1.xml><?xml version="1.0" encoding="utf-8"?>
<a:theme xmlns:a="http://schemas.openxmlformats.org/drawingml/2006/main" name="Modulus">
  <a:themeElements>
    <a:clrScheme name="Project Status Report">
      <a:dk1>
        <a:srgbClr val="000000"/>
      </a:dk1>
      <a:lt1>
        <a:srgbClr val="FFFFFF"/>
      </a:lt1>
      <a:dk2>
        <a:srgbClr val="3B4546"/>
      </a:dk2>
      <a:lt2>
        <a:srgbClr val="E7E6E6"/>
      </a:lt2>
      <a:accent1>
        <a:srgbClr val="B36041"/>
      </a:accent1>
      <a:accent2>
        <a:srgbClr val="6F8185"/>
      </a:accent2>
      <a:accent3>
        <a:srgbClr val="C78F8F"/>
      </a:accent3>
      <a:accent4>
        <a:srgbClr val="647961"/>
      </a:accent4>
      <a:accent5>
        <a:srgbClr val="B09C54"/>
      </a:accent5>
      <a:accent6>
        <a:srgbClr val="9AA749"/>
      </a:accent6>
      <a:hlink>
        <a:srgbClr val="75A073"/>
      </a:hlink>
      <a:folHlink>
        <a:srgbClr val="BD9C5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ulo" id="{37AC43F2-9181-4AE3-B669-CCC580C183C1}" vid="{7A2AE0A7-E8DE-4D1D-AEB1-3FD192448292}"/>
    </a:ext>
  </a:extLst>
</a:theme>
</file>

<file path=docProps/app.xml><?xml version="1.0" encoding="utf-8"?>
<Properties xmlns="http://schemas.openxmlformats.org/officeDocument/2006/extended-properties" xmlns:vt="http://schemas.openxmlformats.org/officeDocument/2006/docPropsVTypes">
  <Template>Modulo</Template>
  <TotalTime>538</TotalTime>
  <Words>908</Words>
  <Application>Microsoft Office PowerPoint</Application>
  <PresentationFormat>Widescreen</PresentationFormat>
  <Paragraphs>142</Paragraphs>
  <Slides>9</Slides>
  <Notes>0</Notes>
  <HiddenSlides>0</HiddenSlides>
  <MMClips>0</MMClips>
  <ScaleCrop>false</ScaleCrop>
  <HeadingPairs>
    <vt:vector size="6" baseType="variant">
      <vt:variant>
        <vt:lpstr>Benyttede skrifttyper</vt:lpstr>
      </vt:variant>
      <vt:variant>
        <vt:i4>1</vt:i4>
      </vt:variant>
      <vt:variant>
        <vt:lpstr>Tema</vt:lpstr>
      </vt:variant>
      <vt:variant>
        <vt:i4>1</vt:i4>
      </vt:variant>
      <vt:variant>
        <vt:lpstr>Slidetitler</vt:lpstr>
      </vt:variant>
      <vt:variant>
        <vt:i4>9</vt:i4>
      </vt:variant>
    </vt:vector>
  </HeadingPairs>
  <TitlesOfParts>
    <vt:vector size="11" baseType="lpstr">
      <vt:lpstr>Arial</vt:lpstr>
      <vt:lpstr>Modulus</vt:lpstr>
      <vt:lpstr>Intro til programmering</vt:lpstr>
      <vt:lpstr>Hvad er Wordle?</vt:lpstr>
      <vt:lpstr>Teknologier brugt til projektet</vt:lpstr>
      <vt:lpstr>Mine mål for projektet</vt:lpstr>
      <vt:lpstr>Kode struktur</vt:lpstr>
      <vt:lpstr>Mine udfordringer - WPF</vt:lpstr>
      <vt:lpstr>Mine udfordringer – Animationer</vt:lpstr>
      <vt:lpstr>DEMO</vt:lpstr>
      <vt:lpstr>Konklusion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Boje Veilis</dc:creator>
  <cp:lastModifiedBy>Michael Boje Veilis</cp:lastModifiedBy>
  <cp:revision>5</cp:revision>
  <dcterms:created xsi:type="dcterms:W3CDTF">2026-10-11T17:52:29Z</dcterms:created>
  <dcterms:modified xsi:type="dcterms:W3CDTF">2026-10-12T14:03:49Z</dcterms:modified>
</cp:coreProperties>
</file>